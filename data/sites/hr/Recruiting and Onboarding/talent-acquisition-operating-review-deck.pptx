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 (Executive Summary &amp; Scope) applies to Recruiting and Onboarding within HR Knowledge Hub and is maintained by Priya Natarajan. Defines the operational charter, scope boundaries, and executive accountability.</a:t>
            </a:r>
          </a:p>
          <a:p>
            <a:pPr lvl="1"/>
            <a:r>
              <a:t>Evaluates source-of-hire quality across referrals, direct sourcing, and agency partners.</a:t>
            </a:r>
          </a:p>
          <a:p>
            <a:pPr lvl="1"/>
            <a:r>
              <a:t>Tracks time-to-fill and interview-to-offer ratios across engineering, sales, and operations.</a:t>
            </a:r>
          </a:p>
          <a:p>
            <a:pPr lvl="1"/>
            <a:r>
              <a:t>Section 1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2 (Architecture &amp; Process Flow) applies to Recruiting and Onboarding within HR Knowledge Hub and is maintained by Priya Natarajan. Maps end-to-end process stages, handoff gates, and system-of-record integrations.</a:t>
            </a:r>
          </a:p>
          <a:p>
            <a:pPr lvl="1"/>
            <a:r>
              <a:t>Tracks time-to-fill and interview-to-offer ratios across engineering, sales, and operations.</a:t>
            </a:r>
          </a:p>
          <a:p>
            <a:pPr lvl="1"/>
            <a:r>
              <a:t>Highlights structured interviewing calibration scores and scorecard completion SLAs.</a:t>
            </a:r>
          </a:p>
          <a:p>
            <a:pPr lvl="1"/>
            <a:r>
              <a:t>Section 2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Sec-2</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3 (Governance Standards &amp; Controls) applies to Recruiting and Onboarding within HR Knowledge Hub and is maintained by Priya Natarajan. Establishes mandatory compliance controls, approval thresholds, and audit evidence.</a:t>
            </a:r>
          </a:p>
          <a:p>
            <a:pPr lvl="1"/>
            <a:r>
              <a:t>Highlights structured interviewing calibration scores and scorecard completion SLAs.</a:t>
            </a:r>
          </a:p>
          <a:p>
            <a:pPr lvl="1"/>
            <a:r>
              <a:t>Reviews 30-60-90 day onboarding milestone completion and new hire productivity.</a:t>
            </a:r>
          </a:p>
          <a:p>
            <a:pPr lvl="1"/>
            <a:r>
              <a:t>Section 3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Sec-3</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4 (Operational KPIs &amp; Benchmarks) applies to Recruiting and Onboarding within HR Knowledge Hub and is maintained by Priya Natarajan. Tracks baseline performance, target SLAs, and quarterly benchmark progression.</a:t>
            </a:r>
          </a:p>
          <a:p>
            <a:pPr lvl="1"/>
            <a:r>
              <a:t>Reviews 30-60-90 day onboarding milestone completion and new hire productivity.</a:t>
            </a:r>
          </a:p>
          <a:p>
            <a:pPr lvl="1"/>
            <a:r>
              <a:t>Evaluates source-of-hire quality across referrals, direct sourcing, and agency partners.</a:t>
            </a:r>
          </a:p>
          <a:p>
            <a:pPr lvl="1"/>
            <a:r>
              <a:t>Section 4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Sec-4</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5 (Roles, Responsibilities &amp; RACI) applies to Recruiting and Onboarding within HR Knowledge Hub and is maintained by Priya Natarajan. Clarifies ownership across accountable executives, operational leads, and reviewers.</a:t>
            </a:r>
          </a:p>
          <a:p>
            <a:pPr lvl="1"/>
            <a:r>
              <a:t>Evaluates source-of-hire quality across referrals, direct sourcing, and agency partners.</a:t>
            </a:r>
          </a:p>
          <a:p>
            <a:pPr lvl="1"/>
            <a:r>
              <a:t>Tracks time-to-fill and interview-to-offer ratios across engineering, sales, and operations.</a:t>
            </a:r>
          </a:p>
          <a:p>
            <a:pPr lvl="1"/>
            <a:r>
              <a:t>Section 5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Sec-5</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6 (Standard Operating Procedures) applies to Recruiting and Onboarding within HR Knowledge Hub and is maintained by Priya Natarajan. Provides step-by-step execution checklists, intake criteria, and verification gates.</a:t>
            </a:r>
          </a:p>
          <a:p>
            <a:pPr lvl="1"/>
            <a:r>
              <a:t>Tracks time-to-fill and interview-to-offer ratios across engineering, sales, and operations.</a:t>
            </a:r>
          </a:p>
          <a:p>
            <a:pPr lvl="1"/>
            <a:r>
              <a:t>Highlights structured interviewing calibration scores and scorecard completion SLAs.</a:t>
            </a:r>
          </a:p>
          <a:p>
            <a:pPr lvl="1"/>
            <a:r>
              <a:t>Section 6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Sec-6</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7 (Risk Register &amp; Mitigations) applies to Recruiting and Onboarding within HR Knowledge Hub and is maintained by Priya Natarajan. Catalogs operational, compliance, and delivery risks alongside preventive mitigations.</a:t>
            </a:r>
          </a:p>
          <a:p>
            <a:pPr lvl="1"/>
            <a:r>
              <a:t>Highlights structured interviewing calibration scores and scorecard completion SLAs.</a:t>
            </a:r>
          </a:p>
          <a:p>
            <a:pPr lvl="1"/>
            <a:r>
              <a:t>Reviews 30-60-90 day onboarding milestone completion and new hire productivity.</a:t>
            </a:r>
          </a:p>
          <a:p>
            <a:pPr lvl="1"/>
            <a:r>
              <a:t>Section 7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Sec-7</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8 (Quality Assurance &amp; Audits) applies to Recruiting and Onboarding within HR Knowledge Hub and is maintained by Priya Natarajan. Specifies sampling frequencies, inspection tolerances, and nonconformance workflows.</a:t>
            </a:r>
          </a:p>
          <a:p>
            <a:pPr lvl="1"/>
            <a:r>
              <a:t>Reviews 30-60-90 day onboarding milestone completion and new hire productivity.</a:t>
            </a:r>
          </a:p>
          <a:p>
            <a:pPr lvl="1"/>
            <a:r>
              <a:t>Evaluates source-of-hire quality across referrals, direct sourcing, and agency partners.</a:t>
            </a:r>
          </a:p>
          <a:p>
            <a:pPr lvl="1"/>
            <a:r>
              <a:t>Section 8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Sec-8</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9 (Exception Handling &amp; Escalations) applies to Recruiting and Onboarding within HR Knowledge Hub and is maintained by Priya Natarajan. Outlines severity tiers, response SLAs, and cross-functional escalation paths.</a:t>
            </a:r>
          </a:p>
          <a:p>
            <a:pPr lvl="1"/>
            <a:r>
              <a:t>Evaluates source-of-hire quality across referrals, direct sourcing, and agency partners.</a:t>
            </a:r>
          </a:p>
          <a:p>
            <a:pPr lvl="1"/>
            <a:r>
              <a:t>Tracks time-to-fill and interview-to-offer ratios across engineering, sales, and operations.</a:t>
            </a:r>
          </a:p>
          <a:p>
            <a:pPr lvl="1"/>
            <a:r>
              <a:t>Section 9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Sec-9</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10 (Cross-Functional Dependencies) applies to Recruiting and Onboarding within HR Knowledge Hub and is maintained by Priya Natarajan. Documents upstream and downstream team dependencies and service-level commitments.</a:t>
            </a:r>
          </a:p>
          <a:p>
            <a:pPr lvl="1"/>
            <a:r>
              <a:t>Tracks time-to-fill and interview-to-offer ratios across engineering, sales, and operations.</a:t>
            </a:r>
          </a:p>
          <a:p>
            <a:pPr lvl="1"/>
            <a:r>
              <a:t>Highlights structured interviewing calibration scores and scorecard completion SLAs.</a:t>
            </a:r>
          </a:p>
          <a:p>
            <a:pPr lvl="1"/>
            <a:r>
              <a:t>Section 10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Sec-10</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11 (Continuous Improvement Roadmap) applies to Recruiting and Onboarding within HR Knowledge Hub and is maintained by Priya Natarajan. Schedules quarterly optimization milestones, automation targets, and capability reviews.</a:t>
            </a:r>
          </a:p>
          <a:p>
            <a:pPr lvl="1"/>
            <a:r>
              <a:t>Highlights structured interviewing calibration scores and scorecard completion SLAs.</a:t>
            </a:r>
          </a:p>
          <a:p>
            <a:pPr lvl="1"/>
            <a:r>
              <a:t>Reviews 30-60-90 day onboarding milestone completion and new hire productivity.</a:t>
            </a:r>
          </a:p>
          <a:p>
            <a:pPr lvl="1"/>
            <a:r>
              <a:t>Section 11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Sec-11</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12 (Appendix, Lineage &amp; Sign-off) applies to Recruiting and Onboarding within HR Knowledge Hub and is maintained by Priya Natarajan. Records document lineage, governance metadata, version history, and owner sign-off.</a:t>
            </a:r>
          </a:p>
          <a:p>
            <a:pPr lvl="1"/>
            <a:r>
              <a:t>Reviews 30-60-90 day onboarding milestone completion and new hire productivity.</a:t>
            </a:r>
          </a:p>
          <a:p>
            <a:pPr lvl="1"/>
            <a:r>
              <a:t>Evaluates source-of-hire quality across referrals, direct sourcing, and agency partners.</a:t>
            </a:r>
          </a:p>
          <a:p>
            <a:pPr lvl="1"/>
            <a:r>
              <a:t>Section 12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Sec-12</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