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1 (Executive Summary &amp; Scope) applies to Recruiting and Onboarding within HR Knowledge Hub and is maintained by Priya Natarajan. Defines the operational charter, scope boundaries, and executive accountability.</a:t>
            </a:r>
          </a:p>
          <a:p>
            <a:pPr lvl="1"/>
            <a:r>
              <a:t>Evaluates source-of-hire quality across referrals, direct sourcing, and agency partners.</a:t>
            </a:r>
          </a:p>
          <a:p>
            <a:pPr lvl="1"/>
            <a:r>
              <a:t>Tracks time-to-fill and interview-to-offer ratios across engineering, sales, and operations.</a:t>
            </a:r>
          </a:p>
          <a:p>
            <a:pPr lvl="1"/>
            <a:r>
              <a:t>Section 1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2 (Architecture &amp; Process Flow) applies to Recruiting and Onboarding within HR Knowledge Hub and is maintained by Priya Natarajan. Maps end-to-end process stages, handoff gates, and system-of-record integrations.</a:t>
            </a:r>
          </a:p>
          <a:p>
            <a:pPr lvl="1"/>
            <a:r>
              <a:t>Tracks time-to-fill and interview-to-offer ratios across engineering, sales, and operations.</a:t>
            </a:r>
          </a:p>
          <a:p>
            <a:pPr lvl="1"/>
            <a:r>
              <a:t>Highlights structured interviewing calibration scores and scorecard completion SLAs.</a:t>
            </a:r>
          </a:p>
          <a:p>
            <a:pPr lvl="1"/>
            <a:r>
              <a:t>Section 2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Sec-2</a:t>
                      </a:r>
                    </a:p>
                  </a:txBody>
                  <a:tcPr/>
                </a:tc>
                <a:tc>
                  <a:txBody>
                    <a:bodyPr/>
                    <a:lstStyle/>
                    <a:p>
                      <a:pPr>
                        <a:defRPr sz="1000"/>
                      </a:pPr>
                      <a:r>
                        <a:t>29%</a:t>
                      </a:r>
                    </a:p>
                  </a:txBody>
                  <a:tcPr/>
                </a:tc>
                <a:tc>
                  <a:txBody>
                    <a:bodyPr/>
                    <a:lstStyle/>
                    <a:p>
                      <a:pPr>
                        <a:defRPr sz="1000"/>
                      </a:pPr>
                      <a:r>
                        <a:t>33%</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3 (Governance Standards &amp; Controls) applies to Recruiting and Onboarding within HR Knowledge Hub and is maintained by Priya Natarajan. Establishes mandatory compliance controls, approval thresholds, and audit evidence.</a:t>
            </a:r>
          </a:p>
          <a:p>
            <a:pPr lvl="1"/>
            <a:r>
              <a:t>Highlights structured interviewing calibration scores and scorecard completion SLAs.</a:t>
            </a:r>
          </a:p>
          <a:p>
            <a:pPr lvl="1"/>
            <a:r>
              <a:t>Reviews 30-60-90 day onboarding milestone completion and new hire productivity.</a:t>
            </a:r>
          </a:p>
          <a:p>
            <a:pPr lvl="1"/>
            <a:r>
              <a:t>Section 3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Sec-3</a:t>
                      </a:r>
                    </a:p>
                  </a:txBody>
                  <a:tcPr/>
                </a:tc>
                <a:tc>
                  <a:txBody>
                    <a:bodyPr/>
                    <a:lstStyle/>
                    <a:p>
                      <a:pPr>
                        <a:defRPr sz="1000"/>
                      </a:pPr>
                      <a:r>
                        <a:t>86%</a:t>
                      </a:r>
                    </a:p>
                  </a:txBody>
                  <a:tcPr/>
                </a:tc>
                <a:tc>
                  <a:txBody>
                    <a:bodyPr/>
                    <a:lstStyle/>
                    <a:p>
                      <a:pPr>
                        <a:defRPr sz="1000"/>
                      </a:pPr>
                      <a:r>
                        <a:t>91%</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4 (Operational KPIs &amp; Benchmarks) applies to Recruiting and Onboarding within HR Knowledge Hub and is maintained by Priya Natarajan. Tracks baseline performance, target SLAs, and quarterly benchmark progression.</a:t>
            </a:r>
          </a:p>
          <a:p>
            <a:pPr lvl="1"/>
            <a:r>
              <a:t>Reviews 30-60-90 day onboarding milestone completion and new hire productivity.</a:t>
            </a:r>
          </a:p>
          <a:p>
            <a:pPr lvl="1"/>
            <a:r>
              <a:t>Evaluates source-of-hire quality across referrals, direct sourcing, and agency partners.</a:t>
            </a:r>
          </a:p>
          <a:p>
            <a:pPr lvl="1"/>
            <a:r>
              <a:t>Section 4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Sec-4</a:t>
                      </a:r>
                    </a:p>
                  </a:txBody>
                  <a:tcPr/>
                </a:tc>
                <a:tc>
                  <a:txBody>
                    <a:bodyPr/>
                    <a:lstStyle/>
                    <a:p>
                      <a:pPr>
                        <a:defRPr sz="1000"/>
                      </a:pPr>
                      <a:r>
                        <a:t>34%</a:t>
                      </a:r>
                    </a:p>
                  </a:txBody>
                  <a:tcPr/>
                </a:tc>
                <a:tc>
                  <a:txBody>
                    <a:bodyPr/>
                    <a:lstStyle/>
                    <a:p>
                      <a:pPr>
                        <a:defRPr sz="1000"/>
                      </a:pPr>
                      <a:r>
                        <a:t>38%</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5 (Roles, Responsibilities &amp; RACI) applies to Recruiting and Onboarding within HR Knowledge Hub and is maintained by Priya Natarajan. Clarifies ownership across accountable executives, operational leads, and reviewers.</a:t>
            </a:r>
          </a:p>
          <a:p>
            <a:pPr lvl="1"/>
            <a:r>
              <a:t>Evaluates source-of-hire quality across referrals, direct sourcing, and agency partners.</a:t>
            </a:r>
          </a:p>
          <a:p>
            <a:pPr lvl="1"/>
            <a:r>
              <a:t>Tracks time-to-fill and interview-to-offer ratios across engineering, sales, and operations.</a:t>
            </a:r>
          </a:p>
          <a:p>
            <a:pPr lvl="1"/>
            <a:r>
              <a:t>Section 5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Sec-5</a:t>
                      </a:r>
                    </a:p>
                  </a:txBody>
                  <a:tcPr/>
                </a:tc>
                <a:tc>
                  <a:txBody>
                    <a:bodyPr/>
                    <a:lstStyle/>
                    <a:p>
                      <a:pPr>
                        <a:defRPr sz="1000"/>
                      </a:pPr>
                      <a:r>
                        <a:t>29%</a:t>
                      </a:r>
                    </a:p>
                  </a:txBody>
                  <a:tcPr/>
                </a:tc>
                <a:tc>
                  <a:txBody>
                    <a:bodyPr/>
                    <a:lstStyle/>
                    <a:p>
                      <a:pPr>
                        <a:defRPr sz="1000"/>
                      </a:pPr>
                      <a:r>
                        <a:t>33%</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6 (Standard Operating Procedures) applies to Recruiting and Onboarding within HR Knowledge Hub and is maintained by Priya Natarajan. Provides step-by-step execution checklists, intake criteria, and verification gates.</a:t>
            </a:r>
          </a:p>
          <a:p>
            <a:pPr lvl="1"/>
            <a:r>
              <a:t>Tracks time-to-fill and interview-to-offer ratios across engineering, sales, and operations.</a:t>
            </a:r>
          </a:p>
          <a:p>
            <a:pPr lvl="1"/>
            <a:r>
              <a:t>Highlights structured interviewing calibration scores and scorecard completion SLAs.</a:t>
            </a:r>
          </a:p>
          <a:p>
            <a:pPr lvl="1"/>
            <a:r>
              <a:t>Section 6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Sec-6</a:t>
                      </a:r>
                    </a:p>
                  </a:txBody>
                  <a:tcPr/>
                </a:tc>
                <a:tc>
                  <a:txBody>
                    <a:bodyPr/>
                    <a:lstStyle/>
                    <a:p>
                      <a:pPr>
                        <a:defRPr sz="1000"/>
                      </a:pPr>
                      <a:r>
                        <a:t>86%</a:t>
                      </a:r>
                    </a:p>
                  </a:txBody>
                  <a:tcPr/>
                </a:tc>
                <a:tc>
                  <a:txBody>
                    <a:bodyPr/>
                    <a:lstStyle/>
                    <a:p>
                      <a:pPr>
                        <a:defRPr sz="1000"/>
                      </a:pPr>
                      <a:r>
                        <a:t>91%</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7 (Risk Register &amp; Mitigations) applies to Recruiting and Onboarding within HR Knowledge Hub and is maintained by Priya Natarajan. Catalogs operational, compliance, and delivery risks alongside preventive mitigations.</a:t>
            </a:r>
          </a:p>
          <a:p>
            <a:pPr lvl="1"/>
            <a:r>
              <a:t>Highlights structured interviewing calibration scores and scorecard completion SLAs.</a:t>
            </a:r>
          </a:p>
          <a:p>
            <a:pPr lvl="1"/>
            <a:r>
              <a:t>Reviews 30-60-90 day onboarding milestone completion and new hire productivity.</a:t>
            </a:r>
          </a:p>
          <a:p>
            <a:pPr lvl="1"/>
            <a:r>
              <a:t>Section 7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Sec-7</a:t>
                      </a:r>
                    </a:p>
                  </a:txBody>
                  <a:tcPr/>
                </a:tc>
                <a:tc>
                  <a:txBody>
                    <a:bodyPr/>
                    <a:lstStyle/>
                    <a:p>
                      <a:pPr>
                        <a:defRPr sz="1000"/>
                      </a:pPr>
                      <a:r>
                        <a:t>34%</a:t>
                      </a:r>
                    </a:p>
                  </a:txBody>
                  <a:tcPr/>
                </a:tc>
                <a:tc>
                  <a:txBody>
                    <a:bodyPr/>
                    <a:lstStyle/>
                    <a:p>
                      <a:pPr>
                        <a:defRPr sz="1000"/>
                      </a:pPr>
                      <a:r>
                        <a:t>38%</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8 (Quality Assurance &amp; Audits) applies to Recruiting and Onboarding within HR Knowledge Hub and is maintained by Priya Natarajan. Specifies sampling frequencies, inspection tolerances, and nonconformance workflows.</a:t>
            </a:r>
          </a:p>
          <a:p>
            <a:pPr lvl="1"/>
            <a:r>
              <a:t>Reviews 30-60-90 day onboarding milestone completion and new hire productivity.</a:t>
            </a:r>
          </a:p>
          <a:p>
            <a:pPr lvl="1"/>
            <a:r>
              <a:t>Evaluates source-of-hire quality across referrals, direct sourcing, and agency partners.</a:t>
            </a:r>
          </a:p>
          <a:p>
            <a:pPr lvl="1"/>
            <a:r>
              <a:t>Section 8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Sec-8</a:t>
                      </a:r>
                    </a:p>
                  </a:txBody>
                  <a:tcPr/>
                </a:tc>
                <a:tc>
                  <a:txBody>
                    <a:bodyPr/>
                    <a:lstStyle/>
                    <a:p>
                      <a:pPr>
                        <a:defRPr sz="1000"/>
                      </a:pPr>
                      <a:r>
                        <a:t>29%</a:t>
                      </a:r>
                    </a:p>
                  </a:txBody>
                  <a:tcPr/>
                </a:tc>
                <a:tc>
                  <a:txBody>
                    <a:bodyPr/>
                    <a:lstStyle/>
                    <a:p>
                      <a:pPr>
                        <a:defRPr sz="1000"/>
                      </a:pPr>
                      <a:r>
                        <a:t>33%</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9 (Exception Handling &amp; Escalations) applies to Recruiting and Onboarding within HR Knowledge Hub and is maintained by Priya Natarajan. Outlines severity tiers, response SLAs, and cross-functional escalation paths.</a:t>
            </a:r>
          </a:p>
          <a:p>
            <a:pPr lvl="1"/>
            <a:r>
              <a:t>Evaluates source-of-hire quality across referrals, direct sourcing, and agency partners.</a:t>
            </a:r>
          </a:p>
          <a:p>
            <a:pPr lvl="1"/>
            <a:r>
              <a:t>Tracks time-to-fill and interview-to-offer ratios across engineering, sales, and operations.</a:t>
            </a:r>
          </a:p>
          <a:p>
            <a:pPr lvl="1"/>
            <a:r>
              <a:t>Section 9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Sec-9</a:t>
                      </a:r>
                    </a:p>
                  </a:txBody>
                  <a:tcPr/>
                </a:tc>
                <a:tc>
                  <a:txBody>
                    <a:bodyPr/>
                    <a:lstStyle/>
                    <a:p>
                      <a:pPr>
                        <a:defRPr sz="1000"/>
                      </a:pPr>
                      <a:r>
                        <a:t>86%</a:t>
                      </a:r>
                    </a:p>
                  </a:txBody>
                  <a:tcPr/>
                </a:tc>
                <a:tc>
                  <a:txBody>
                    <a:bodyPr/>
                    <a:lstStyle/>
                    <a:p>
                      <a:pPr>
                        <a:defRPr sz="1000"/>
                      </a:pPr>
                      <a:r>
                        <a:t>91%</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10 (Cross-Functional Dependencies) applies to Recruiting and Onboarding within HR Knowledge Hub and is maintained by Priya Natarajan. Documents upstream and downstream team dependencies and service-level commitments.</a:t>
            </a:r>
          </a:p>
          <a:p>
            <a:pPr lvl="1"/>
            <a:r>
              <a:t>Tracks time-to-fill and interview-to-offer ratios across engineering, sales, and operations.</a:t>
            </a:r>
          </a:p>
          <a:p>
            <a:pPr lvl="1"/>
            <a:r>
              <a:t>Highlights structured interviewing calibration scores and scorecard completion SLAs.</a:t>
            </a:r>
          </a:p>
          <a:p>
            <a:pPr lvl="1"/>
            <a:r>
              <a:t>Section 10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Sec-10</a:t>
                      </a:r>
                    </a:p>
                  </a:txBody>
                  <a:tcPr/>
                </a:tc>
                <a:tc>
                  <a:txBody>
                    <a:bodyPr/>
                    <a:lstStyle/>
                    <a:p>
                      <a:pPr>
                        <a:defRPr sz="1000"/>
                      </a:pPr>
                      <a:r>
                        <a:t>34%</a:t>
                      </a:r>
                    </a:p>
                  </a:txBody>
                  <a:tcPr/>
                </a:tc>
                <a:tc>
                  <a:txBody>
                    <a:bodyPr/>
                    <a:lstStyle/>
                    <a:p>
                      <a:pPr>
                        <a:defRPr sz="1000"/>
                      </a:pPr>
                      <a:r>
                        <a:t>38%</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11 (Continuous Improvement Roadmap) applies to Recruiting and Onboarding within HR Knowledge Hub and is maintained by Priya Natarajan. Schedules quarterly optimization milestones, automation targets, and capability reviews.</a:t>
            </a:r>
          </a:p>
          <a:p>
            <a:pPr lvl="1"/>
            <a:r>
              <a:t>Highlights structured interviewing calibration scores and scorecard completion SLAs.</a:t>
            </a:r>
          </a:p>
          <a:p>
            <a:pPr lvl="1"/>
            <a:r>
              <a:t>Reviews 30-60-90 day onboarding milestone completion and new hire productivity.</a:t>
            </a:r>
          </a:p>
          <a:p>
            <a:pPr lvl="1"/>
            <a:r>
              <a:t>Section 11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Sec-11</a:t>
                      </a:r>
                    </a:p>
                  </a:txBody>
                  <a:tcPr/>
                </a:tc>
                <a:tc>
                  <a:txBody>
                    <a:bodyPr/>
                    <a:lstStyle/>
                    <a:p>
                      <a:pPr>
                        <a:defRPr sz="1000"/>
                      </a:pPr>
                      <a:r>
                        <a:t>29%</a:t>
                      </a:r>
                    </a:p>
                  </a:txBody>
                  <a:tcPr/>
                </a:tc>
                <a:tc>
                  <a:txBody>
                    <a:bodyPr/>
                    <a:lstStyle/>
                    <a:p>
                      <a:pPr>
                        <a:defRPr sz="1000"/>
                      </a:pPr>
                      <a:r>
                        <a:t>33%</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Training &amp; Change Management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12 (Training &amp; Change Management) applies to Recruiting and Onboarding within HR Knowledge Hub and is maintained by Priya Natarajan. Plans enablement sessions, communications, and adoption checkpoints for affected teams.</a:t>
            </a:r>
          </a:p>
          <a:p>
            <a:pPr lvl="1"/>
            <a:r>
              <a:t>Reviews 30-60-90 day onboarding milestone completion and new hire productivity.</a:t>
            </a:r>
          </a:p>
          <a:p>
            <a:pPr lvl="1"/>
            <a:r>
              <a:t>Evaluates source-of-hire quality across referrals, direct sourcing, and agency partners.</a:t>
            </a:r>
          </a:p>
          <a:p>
            <a:pPr lvl="1"/>
            <a:r>
              <a:t>Section 12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Sec-12</a:t>
                      </a:r>
                    </a:p>
                  </a:txBody>
                  <a:tcPr/>
                </a:tc>
                <a:tc>
                  <a:txBody>
                    <a:bodyPr/>
                    <a:lstStyle/>
                    <a:p>
                      <a:pPr>
                        <a:defRPr sz="1000"/>
                      </a:pPr>
                      <a:r>
                        <a:t>86%</a:t>
                      </a:r>
                    </a:p>
                  </a:txBody>
                  <a:tcPr/>
                </a:tc>
                <a:tc>
                  <a:txBody>
                    <a:bodyPr/>
                    <a:lstStyle/>
                    <a:p>
                      <a:pPr>
                        <a:defRPr sz="1000"/>
                      </a:pPr>
                      <a:r>
                        <a:t>91%</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Appendix, Lineage &amp; Sign-off - Talent Acquisition Operating Review </a:t>
            </a:r>
          </a:p>
        </p:txBody>
      </p:sp>
      <p:sp>
        <p:nvSpPr>
          <p:cNvPr id="3" name="Content Placeholder 2"/>
          <p:cNvSpPr>
            <a:spLocks noGrp="1"/>
          </p:cNvSpPr>
          <p:nvPr>
            <p:ph idx="1"/>
          </p:nvPr>
        </p:nvSpPr>
        <p:spPr/>
        <p:txBody>
          <a:bodyPr/>
          <a:lstStyle/>
          <a:p>
            <a:r>
              <a:t>Comprehensive slide deck analyzing recruiting funnel conversion, interviewer calibration, offer acceptance trends, and 90-day onboarding retention. Section 13 (Appendix, Lineage &amp; Sign-off) applies to Recruiting and Onboarding within HR Knowledge Hub and is maintained by Priya Natarajan. Records document lineage, governance metadata, version history, and owner sign-off.</a:t>
            </a:r>
          </a:p>
          <a:p>
            <a:pPr lvl="1"/>
            <a:r>
              <a:t>Evaluates source-of-hire quality across referrals, direct sourcing, and agency partners.</a:t>
            </a:r>
          </a:p>
          <a:p>
            <a:pPr lvl="1"/>
            <a:r>
              <a:t>Tracks time-to-fill and interview-to-offer ratios across engineering, sales, and operations.</a:t>
            </a:r>
          </a:p>
          <a:p>
            <a:pPr lvl="1"/>
            <a:r>
              <a:t>Section 13 review cadence is tracked by Priya Natarajan under Recruiting and Onboarding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Funnel Stage</a:t>
                      </a:r>
                    </a:p>
                  </a:txBody>
                  <a:tcPr/>
                </a:tc>
                <a:tc>
                  <a:txBody>
                    <a:bodyPr/>
                    <a:lstStyle/>
                    <a:p>
                      <a:pPr>
                        <a:defRPr b="1" sz="1100"/>
                      </a:pPr>
                      <a:r>
                        <a:t>Q1 Conversion</a:t>
                      </a:r>
                    </a:p>
                  </a:txBody>
                  <a:tcPr/>
                </a:tc>
                <a:tc>
                  <a:txBody>
                    <a:bodyPr/>
                    <a:lstStyle/>
                    <a:p>
                      <a:pPr>
                        <a:defRPr b="1" sz="1100"/>
                      </a:pPr>
                      <a:r>
                        <a:t>Q2 Conversion</a:t>
                      </a:r>
                    </a:p>
                  </a:txBody>
                  <a:tcPr/>
                </a:tc>
                <a:tc>
                  <a:txBody>
                    <a:bodyPr/>
                    <a:lstStyle/>
                    <a:p>
                      <a:pPr>
                        <a:defRPr b="1" sz="1100"/>
                      </a:pPr>
                      <a:r>
                        <a:t>Benchmark</a:t>
                      </a:r>
                    </a:p>
                  </a:txBody>
                  <a:tcPr/>
                </a:tc>
              </a:tr>
              <a:tr h="347472">
                <a:tc>
                  <a:txBody>
                    <a:bodyPr/>
                    <a:lstStyle/>
                    <a:p>
                      <a:pPr>
                        <a:defRPr sz="1000"/>
                      </a:pPr>
                      <a:r>
                        <a:t>Screen to Onsite</a:t>
                      </a:r>
                    </a:p>
                  </a:txBody>
                  <a:tcPr/>
                </a:tc>
                <a:tc>
                  <a:txBody>
                    <a:bodyPr/>
                    <a:lstStyle/>
                    <a:p>
                      <a:pPr>
                        <a:defRPr sz="1000"/>
                      </a:pPr>
                      <a:r>
                        <a:t>34%</a:t>
                      </a:r>
                    </a:p>
                  </a:txBody>
                  <a:tcPr/>
                </a:tc>
                <a:tc>
                  <a:txBody>
                    <a:bodyPr/>
                    <a:lstStyle/>
                    <a:p>
                      <a:pPr>
                        <a:defRPr sz="1000"/>
                      </a:pPr>
                      <a:r>
                        <a:t>38%</a:t>
                      </a:r>
                    </a:p>
                  </a:txBody>
                  <a:tcPr/>
                </a:tc>
                <a:tc>
                  <a:txBody>
                    <a:bodyPr/>
                    <a:lstStyle/>
                    <a:p>
                      <a:pPr>
                        <a:defRPr sz="1000"/>
                      </a:pPr>
                      <a:r>
                        <a:t>35%</a:t>
                      </a:r>
                    </a:p>
                  </a:txBody>
                  <a:tcPr/>
                </a:tc>
              </a:tr>
              <a:tr h="347472">
                <a:tc>
                  <a:txBody>
                    <a:bodyPr/>
                    <a:lstStyle/>
                    <a:p>
                      <a:pPr>
                        <a:defRPr sz="1000"/>
                      </a:pPr>
                      <a:r>
                        <a:t>Onsite to Offer</a:t>
                      </a:r>
                    </a:p>
                  </a:txBody>
                  <a:tcPr/>
                </a:tc>
                <a:tc>
                  <a:txBody>
                    <a:bodyPr/>
                    <a:lstStyle/>
                    <a:p>
                      <a:pPr>
                        <a:defRPr sz="1000"/>
                      </a:pPr>
                      <a:r>
                        <a:t>29%</a:t>
                      </a:r>
                    </a:p>
                  </a:txBody>
                  <a:tcPr/>
                </a:tc>
                <a:tc>
                  <a:txBody>
                    <a:bodyPr/>
                    <a:lstStyle/>
                    <a:p>
                      <a:pPr>
                        <a:defRPr sz="1000"/>
                      </a:pPr>
                      <a:r>
                        <a:t>33%</a:t>
                      </a:r>
                    </a:p>
                  </a:txBody>
                  <a:tcPr/>
                </a:tc>
                <a:tc>
                  <a:txBody>
                    <a:bodyPr/>
                    <a:lstStyle/>
                    <a:p>
                      <a:pPr>
                        <a:defRPr sz="1000"/>
                      </a:pPr>
                      <a:r>
                        <a:t>30%</a:t>
                      </a:r>
                    </a:p>
                  </a:txBody>
                  <a:tcPr/>
                </a:tc>
              </a:tr>
              <a:tr h="347472">
                <a:tc>
                  <a:txBody>
                    <a:bodyPr/>
                    <a:lstStyle/>
                    <a:p>
                      <a:pPr>
                        <a:defRPr sz="1000"/>
                      </a:pPr>
                      <a:r>
                        <a:t>Offer Acceptance</a:t>
                      </a:r>
                    </a:p>
                  </a:txBody>
                  <a:tcPr/>
                </a:tc>
                <a:tc>
                  <a:txBody>
                    <a:bodyPr/>
                    <a:lstStyle/>
                    <a:p>
                      <a:pPr>
                        <a:defRPr sz="1000"/>
                      </a:pPr>
                      <a:r>
                        <a:t>86%</a:t>
                      </a:r>
                    </a:p>
                  </a:txBody>
                  <a:tcPr/>
                </a:tc>
                <a:tc>
                  <a:txBody>
                    <a:bodyPr/>
                    <a:lstStyle/>
                    <a:p>
                      <a:pPr>
                        <a:defRPr sz="1000"/>
                      </a:pPr>
                      <a:r>
                        <a:t>91%</a:t>
                      </a:r>
                    </a:p>
                  </a:txBody>
                  <a:tcPr/>
                </a:tc>
                <a:tc>
                  <a:txBody>
                    <a:bodyPr/>
                    <a:lstStyle/>
                    <a:p>
                      <a:pPr>
                        <a:defRPr sz="1000"/>
                      </a:pPr>
                      <a:r>
                        <a:t>85%</a:t>
                      </a:r>
                    </a:p>
                  </a:txBody>
                  <a:tcPr/>
                </a:tc>
              </a:tr>
              <a:tr h="347472">
                <a:tc>
                  <a:txBody>
                    <a:bodyPr/>
                    <a:lstStyle/>
                    <a:p>
                      <a:pPr>
                        <a:defRPr sz="1000"/>
                      </a:pPr>
                      <a:r>
                        <a:t>Sec-13</a:t>
                      </a:r>
                    </a:p>
                  </a:txBody>
                  <a:tcPr/>
                </a:tc>
                <a:tc>
                  <a:txBody>
                    <a:bodyPr/>
                    <a:lstStyle/>
                    <a:p>
                      <a:pPr>
                        <a:defRPr sz="1000"/>
                      </a:pPr>
                      <a:r>
                        <a:t>34%</a:t>
                      </a:r>
                    </a:p>
                  </a:txBody>
                  <a:tcPr/>
                </a:tc>
                <a:tc>
                  <a:txBody>
                    <a:bodyPr/>
                    <a:lstStyle/>
                    <a:p>
                      <a:pPr>
                        <a:defRPr sz="1000"/>
                      </a:pPr>
                      <a:r>
                        <a:t>38%</a:t>
                      </a:r>
                    </a:p>
                  </a:txBody>
                  <a:tcPr/>
                </a:tc>
                <a:tc>
                  <a:txBody>
                    <a:bodyPr/>
                    <a:lstStyle/>
                    <a:p>
                      <a:pPr>
                        <a:defRPr sz="1000"/>
                      </a:pPr>
                      <a:r>
                        <a:t>Stage 13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