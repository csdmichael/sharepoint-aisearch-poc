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 &amp; Scope - Leadership Development Curriculum</a:t>
            </a:r>
          </a:p>
        </p:txBody>
      </p:sp>
      <p:sp>
        <p:nvSpPr>
          <p:cNvPr id="3" name="Content Placeholder 2"/>
          <p:cNvSpPr>
            <a:spLocks noGrp="1"/>
          </p:cNvSpPr>
          <p:nvPr>
            <p:ph idx="1"/>
          </p:nvPr>
        </p:nvSpPr>
        <p:spPr/>
        <p:txBody>
          <a:bodyPr/>
          <a:lstStyle/>
          <a:p>
            <a:r>
              <a:t>Overview of the four-module leadership program for newly promoted managers, covering coaching, delegation, feedback, and team operating rhythms. Section 1 (Executive Summary &amp; Scope) applies to Learning and Development within HR Knowledge Hub and is maintained by Alicia Gomez. Defines the operational charter, scope boundaries, and executive accountability.</a:t>
            </a:r>
          </a:p>
          <a:p>
            <a:pPr lvl="1"/>
            <a:r>
              <a:t>Module 1 covers transitioning from individual contributor to people manager.</a:t>
            </a:r>
          </a:p>
          <a:p>
            <a:pPr lvl="1"/>
            <a:r>
              <a:t>Module 2 focuses on delivering effective, timely feedback.</a:t>
            </a:r>
          </a:p>
          <a:p>
            <a:pPr lvl="1"/>
            <a:r>
              <a:t>Section 1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389888"/>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Leadership Development Curri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Leadership Development Curri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Architecture &amp; Process Flow - Leadership Development Curriculum</a:t>
            </a:r>
          </a:p>
        </p:txBody>
      </p:sp>
      <p:sp>
        <p:nvSpPr>
          <p:cNvPr id="3" name="Content Placeholder 2"/>
          <p:cNvSpPr>
            <a:spLocks noGrp="1"/>
          </p:cNvSpPr>
          <p:nvPr>
            <p:ph idx="1"/>
          </p:nvPr>
        </p:nvSpPr>
        <p:spPr/>
        <p:txBody>
          <a:bodyPr/>
          <a:lstStyle/>
          <a:p>
            <a:r>
              <a:t>Overview of the four-module leadership program for newly promoted managers, covering coaching, delegation, feedback, and team operating rhythms. Section 2 (Architecture &amp; Process Flow) applies to Learning and Development within HR Knowledge Hub and is maintained by Alicia Gomez. Maps end-to-end process stages, handoff gates, and system-of-record integrations.</a:t>
            </a:r>
          </a:p>
          <a:p>
            <a:pPr lvl="1"/>
            <a:r>
              <a:t>Module 2 focuses on delivering effective, timely feedback.</a:t>
            </a:r>
          </a:p>
          <a:p>
            <a:pPr lvl="1"/>
            <a:r>
              <a:t>Module 3 covers delegation and building team operating rhythms.</a:t>
            </a:r>
          </a:p>
          <a:p>
            <a:pPr lvl="1"/>
            <a:r>
              <a:t>Section 2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Leadership Development Curri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Leadership Development Curri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Sec-2</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Stage 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Governance Standards &amp; Controls - Leadership Development Curriculum</a:t>
            </a:r>
          </a:p>
        </p:txBody>
      </p:sp>
      <p:sp>
        <p:nvSpPr>
          <p:cNvPr id="3" name="Content Placeholder 2"/>
          <p:cNvSpPr>
            <a:spLocks noGrp="1"/>
          </p:cNvSpPr>
          <p:nvPr>
            <p:ph idx="1"/>
          </p:nvPr>
        </p:nvSpPr>
        <p:spPr/>
        <p:txBody>
          <a:bodyPr/>
          <a:lstStyle/>
          <a:p>
            <a:r>
              <a:t>Overview of the four-module leadership program for newly promoted managers, covering coaching, delegation, feedback, and team operating rhythms. Section 3 (Governance Standards &amp; Controls) applies to Learning and Development within HR Knowledge Hub and is maintained by Alicia Gomez. Establishes mandatory compliance controls, approval thresholds, and audit evidence.</a:t>
            </a:r>
          </a:p>
          <a:p>
            <a:pPr lvl="1"/>
            <a:r>
              <a:t>Module 3 covers delegation and building team operating rhythms.</a:t>
            </a:r>
          </a:p>
          <a:p>
            <a:pPr lvl="1"/>
            <a:r>
              <a:t>Module 4 is a capstone project presented to a panel of senior leaders.</a:t>
            </a:r>
          </a:p>
          <a:p>
            <a:pPr lvl="1"/>
            <a:r>
              <a:t>Section 3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Leadership Development Curri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Leadership Development Curri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Sec-3</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Stage 3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Operational KPIs &amp; Benchmarks - Leadership Development Curriculum</a:t>
            </a:r>
          </a:p>
        </p:txBody>
      </p:sp>
      <p:sp>
        <p:nvSpPr>
          <p:cNvPr id="3" name="Content Placeholder 2"/>
          <p:cNvSpPr>
            <a:spLocks noGrp="1"/>
          </p:cNvSpPr>
          <p:nvPr>
            <p:ph idx="1"/>
          </p:nvPr>
        </p:nvSpPr>
        <p:spPr/>
        <p:txBody>
          <a:bodyPr/>
          <a:lstStyle/>
          <a:p>
            <a:r>
              <a:t>Overview of the four-module leadership program for newly promoted managers, covering coaching, delegation, feedback, and team operating rhythms. Section 4 (Operational KPIs &amp; Benchmarks) applies to Learning and Development within HR Knowledge Hub and is maintained by Alicia Gomez. Tracks baseline performance, target SLAs, and quarterly benchmark progression.</a:t>
            </a:r>
          </a:p>
          <a:p>
            <a:pPr lvl="1"/>
            <a:r>
              <a:t>Module 4 is a capstone project presented to a panel of senior leaders.</a:t>
            </a:r>
          </a:p>
          <a:p>
            <a:pPr lvl="1"/>
            <a:r>
              <a:t>Module 1 covers transitioning from individual contributor to people manager.</a:t>
            </a:r>
          </a:p>
          <a:p>
            <a:pPr lvl="1"/>
            <a:r>
              <a:t>Section 4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Leadership Development Curri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Leadership Development Curri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Sec-4</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Stage 4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Roles, Responsibilities &amp; RACI - Leadership Development Curriculum</a:t>
            </a:r>
          </a:p>
        </p:txBody>
      </p:sp>
      <p:sp>
        <p:nvSpPr>
          <p:cNvPr id="3" name="Content Placeholder 2"/>
          <p:cNvSpPr>
            <a:spLocks noGrp="1"/>
          </p:cNvSpPr>
          <p:nvPr>
            <p:ph idx="1"/>
          </p:nvPr>
        </p:nvSpPr>
        <p:spPr/>
        <p:txBody>
          <a:bodyPr/>
          <a:lstStyle/>
          <a:p>
            <a:r>
              <a:t>Overview of the four-module leadership program for newly promoted managers, covering coaching, delegation, feedback, and team operating rhythms. Section 5 (Roles, Responsibilities &amp; RACI) applies to Learning and Development within HR Knowledge Hub and is maintained by Alicia Gomez. Clarifies ownership across accountable executives, operational leads, and reviewers.</a:t>
            </a:r>
          </a:p>
          <a:p>
            <a:pPr lvl="1"/>
            <a:r>
              <a:t>Module 1 covers transitioning from individual contributor to people manager.</a:t>
            </a:r>
          </a:p>
          <a:p>
            <a:pPr lvl="1"/>
            <a:r>
              <a:t>Module 2 focuses on delivering effective, timely feedback.</a:t>
            </a:r>
          </a:p>
          <a:p>
            <a:pPr lvl="1"/>
            <a:r>
              <a:t>Section 5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Leadership Development Curri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Leadership Development Curri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Sec-5</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Stage 5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Standard Operating Procedures - Leadership Development Curriculum</a:t>
            </a:r>
          </a:p>
        </p:txBody>
      </p:sp>
      <p:sp>
        <p:nvSpPr>
          <p:cNvPr id="3" name="Content Placeholder 2"/>
          <p:cNvSpPr>
            <a:spLocks noGrp="1"/>
          </p:cNvSpPr>
          <p:nvPr>
            <p:ph idx="1"/>
          </p:nvPr>
        </p:nvSpPr>
        <p:spPr/>
        <p:txBody>
          <a:bodyPr/>
          <a:lstStyle/>
          <a:p>
            <a:r>
              <a:t>Overview of the four-module leadership program for newly promoted managers, covering coaching, delegation, feedback, and team operating rhythms. Section 6 (Standard Operating Procedures) applies to Learning and Development within HR Knowledge Hub and is maintained by Alicia Gomez. Provides step-by-step execution checklists, intake criteria, and verification gates.</a:t>
            </a:r>
          </a:p>
          <a:p>
            <a:pPr lvl="1"/>
            <a:r>
              <a:t>Module 2 focuses on delivering effective, timely feedback.</a:t>
            </a:r>
          </a:p>
          <a:p>
            <a:pPr lvl="1"/>
            <a:r>
              <a:t>Module 3 covers delegation and building team operating rhythms.</a:t>
            </a:r>
          </a:p>
          <a:p>
            <a:pPr lvl="1"/>
            <a:r>
              <a:t>Section 6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Leadership Development Curri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Leadership Development Curri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Sec-6</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Stage 6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Risk Register &amp; Mitigations - Leadership Development Curriculum</a:t>
            </a:r>
          </a:p>
        </p:txBody>
      </p:sp>
      <p:sp>
        <p:nvSpPr>
          <p:cNvPr id="3" name="Content Placeholder 2"/>
          <p:cNvSpPr>
            <a:spLocks noGrp="1"/>
          </p:cNvSpPr>
          <p:nvPr>
            <p:ph idx="1"/>
          </p:nvPr>
        </p:nvSpPr>
        <p:spPr/>
        <p:txBody>
          <a:bodyPr/>
          <a:lstStyle/>
          <a:p>
            <a:r>
              <a:t>Overview of the four-module leadership program for newly promoted managers, covering coaching, delegation, feedback, and team operating rhythms. Section 7 (Risk Register &amp; Mitigations) applies to Learning and Development within HR Knowledge Hub and is maintained by Alicia Gomez. Catalogs operational, compliance, and delivery risks alongside preventive mitigations.</a:t>
            </a:r>
          </a:p>
          <a:p>
            <a:pPr lvl="1"/>
            <a:r>
              <a:t>Module 3 covers delegation and building team operating rhythms.</a:t>
            </a:r>
          </a:p>
          <a:p>
            <a:pPr lvl="1"/>
            <a:r>
              <a:t>Module 4 is a capstone project presented to a panel of senior leaders.</a:t>
            </a:r>
          </a:p>
          <a:p>
            <a:pPr lvl="1"/>
            <a:r>
              <a:t>Section 7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Leadership Development Curri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Leadership Development Curri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Sec-7</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Stage 7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Quality Assurance &amp; Audits - Leadership Development Curriculum</a:t>
            </a:r>
          </a:p>
        </p:txBody>
      </p:sp>
      <p:sp>
        <p:nvSpPr>
          <p:cNvPr id="3" name="Content Placeholder 2"/>
          <p:cNvSpPr>
            <a:spLocks noGrp="1"/>
          </p:cNvSpPr>
          <p:nvPr>
            <p:ph idx="1"/>
          </p:nvPr>
        </p:nvSpPr>
        <p:spPr/>
        <p:txBody>
          <a:bodyPr/>
          <a:lstStyle/>
          <a:p>
            <a:r>
              <a:t>Overview of the four-module leadership program for newly promoted managers, covering coaching, delegation, feedback, and team operating rhythms. Section 8 (Quality Assurance &amp; Audits) applies to Learning and Development within HR Knowledge Hub and is maintained by Alicia Gomez. Specifies sampling frequencies, inspection tolerances, and nonconformance workflows.</a:t>
            </a:r>
          </a:p>
          <a:p>
            <a:pPr lvl="1"/>
            <a:r>
              <a:t>Module 4 is a capstone project presented to a panel of senior leaders.</a:t>
            </a:r>
          </a:p>
          <a:p>
            <a:pPr lvl="1"/>
            <a:r>
              <a:t>Module 1 covers transitioning from individual contributor to people manager.</a:t>
            </a:r>
          </a:p>
          <a:p>
            <a:pPr lvl="1"/>
            <a:r>
              <a:t>Section 8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Leadership Development Curri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Leadership Development Curri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Sec-8</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Stage 8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Exception Handling &amp; Escalations - Leadership Development Curriculum</a:t>
            </a:r>
          </a:p>
        </p:txBody>
      </p:sp>
      <p:sp>
        <p:nvSpPr>
          <p:cNvPr id="3" name="Content Placeholder 2"/>
          <p:cNvSpPr>
            <a:spLocks noGrp="1"/>
          </p:cNvSpPr>
          <p:nvPr>
            <p:ph idx="1"/>
          </p:nvPr>
        </p:nvSpPr>
        <p:spPr/>
        <p:txBody>
          <a:bodyPr/>
          <a:lstStyle/>
          <a:p>
            <a:r>
              <a:t>Overview of the four-module leadership program for newly promoted managers, covering coaching, delegation, feedback, and team operating rhythms. Section 9 (Exception Handling &amp; Escalations) applies to Learning and Development within HR Knowledge Hub and is maintained by Alicia Gomez. Outlines severity tiers, response SLAs, and cross-functional escalation paths.</a:t>
            </a:r>
          </a:p>
          <a:p>
            <a:pPr lvl="1"/>
            <a:r>
              <a:t>Module 1 covers transitioning from individual contributor to people manager.</a:t>
            </a:r>
          </a:p>
          <a:p>
            <a:pPr lvl="1"/>
            <a:r>
              <a:t>Module 2 focuses on delivering effective, timely feedback.</a:t>
            </a:r>
          </a:p>
          <a:p>
            <a:pPr lvl="1"/>
            <a:r>
              <a:t>Section 9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Leadership Development Curri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Leadership Development Curri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Sec-9</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Stage 9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Cross-Functional Dependencies - Leadership Development Curriculum</a:t>
            </a:r>
          </a:p>
        </p:txBody>
      </p:sp>
      <p:sp>
        <p:nvSpPr>
          <p:cNvPr id="3" name="Content Placeholder 2"/>
          <p:cNvSpPr>
            <a:spLocks noGrp="1"/>
          </p:cNvSpPr>
          <p:nvPr>
            <p:ph idx="1"/>
          </p:nvPr>
        </p:nvSpPr>
        <p:spPr/>
        <p:txBody>
          <a:bodyPr/>
          <a:lstStyle/>
          <a:p>
            <a:r>
              <a:t>Overview of the four-module leadership program for newly promoted managers, covering coaching, delegation, feedback, and team operating rhythms. Section 10 (Cross-Functional Dependencies) applies to Learning and Development within HR Knowledge Hub and is maintained by Alicia Gomez. Documents upstream and downstream team dependencies and service-level commitments.</a:t>
            </a:r>
          </a:p>
          <a:p>
            <a:pPr lvl="1"/>
            <a:r>
              <a:t>Module 2 focuses on delivering effective, timely feedback.</a:t>
            </a:r>
          </a:p>
          <a:p>
            <a:pPr lvl="1"/>
            <a:r>
              <a:t>Module 3 covers delegation and building team operating rhythms.</a:t>
            </a:r>
          </a:p>
          <a:p>
            <a:pPr lvl="1"/>
            <a:r>
              <a:t>Section 10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Leadership Development Curri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Leadership Development Curri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Sec-10</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Stage 10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Continuous Improvement Roadmap - Leadership Development Curriculum</a:t>
            </a:r>
          </a:p>
        </p:txBody>
      </p:sp>
      <p:sp>
        <p:nvSpPr>
          <p:cNvPr id="3" name="Content Placeholder 2"/>
          <p:cNvSpPr>
            <a:spLocks noGrp="1"/>
          </p:cNvSpPr>
          <p:nvPr>
            <p:ph idx="1"/>
          </p:nvPr>
        </p:nvSpPr>
        <p:spPr/>
        <p:txBody>
          <a:bodyPr/>
          <a:lstStyle/>
          <a:p>
            <a:r>
              <a:t>Overview of the four-module leadership program for newly promoted managers, covering coaching, delegation, feedback, and team operating rhythms. Section 11 (Continuous Improvement Roadmap) applies to Learning and Development within HR Knowledge Hub and is maintained by Alicia Gomez. Schedules quarterly optimization milestones, automation targets, and capability reviews.</a:t>
            </a:r>
          </a:p>
          <a:p>
            <a:pPr lvl="1"/>
            <a:r>
              <a:t>Module 3 covers delegation and building team operating rhythms.</a:t>
            </a:r>
          </a:p>
          <a:p>
            <a:pPr lvl="1"/>
            <a:r>
              <a:t>Module 4 is a capstone project presented to a panel of senior leaders.</a:t>
            </a:r>
          </a:p>
          <a:p>
            <a:pPr lvl="1"/>
            <a:r>
              <a:t>Section 11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Leadership Development Curri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Leadership Development Curri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Sec-11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Stage 11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Appendix, Lineage &amp; Sign-off - Leadership Development Curriculum</a:t>
            </a:r>
          </a:p>
        </p:txBody>
      </p:sp>
      <p:sp>
        <p:nvSpPr>
          <p:cNvPr id="3" name="Content Placeholder 2"/>
          <p:cNvSpPr>
            <a:spLocks noGrp="1"/>
          </p:cNvSpPr>
          <p:nvPr>
            <p:ph idx="1"/>
          </p:nvPr>
        </p:nvSpPr>
        <p:spPr/>
        <p:txBody>
          <a:bodyPr/>
          <a:lstStyle/>
          <a:p>
            <a:r>
              <a:t>Overview of the four-module leadership program for newly promoted managers, covering coaching, delegation, feedback, and team operating rhythms. Section 12 (Appendix, Lineage &amp; Sign-off) applies to Learning and Development within HR Knowledge Hub and is maintained by Alicia Gomez. Records document lineage, governance metadata, version history, and owner sign-off.</a:t>
            </a:r>
          </a:p>
          <a:p>
            <a:pPr lvl="1"/>
            <a:r>
              <a:t>Module 4 is a capstone project presented to a panel of senior leaders.</a:t>
            </a:r>
          </a:p>
          <a:p>
            <a:pPr lvl="1"/>
            <a:r>
              <a:t>Module 1 covers transitioning from individual contributor to people manager.</a:t>
            </a:r>
          </a:p>
          <a:p>
            <a:pPr lvl="1"/>
            <a:r>
              <a:t>Section 12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Leadership Development Curri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Leadership Development Curri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Sec-12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Stage 12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