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&amp; Scope - Leadership Development Curriculum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the four-module leadership program for newly promoted managers, covering coaching, delegation, feedback, and team operating rhythms. Section 1 (Executive Summary &amp; Scope) applies to Learning and Development within HR Knowledge Hub and is maintained by Alicia Gomez. Defines the operational charter, scope boundaries, and executive accountability.</a:t>
            </a:r>
          </a:p>
          <a:p>
            <a:pPr lvl="1"/>
            <a:r>
              <a:t>Module 1 covers transitioning from individual contributor to people manager.</a:t>
            </a:r>
          </a:p>
          <a:p>
            <a:pPr lvl="1"/>
            <a:r>
              <a:t>Module 2 focuses on delivering effective, timely feedback.</a:t>
            </a:r>
          </a:p>
          <a:p>
            <a:pPr lvl="1"/>
            <a:r>
              <a:t>Section 1 review cadence is tracked by Alicia Gomez under Learning and Development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Learning and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&amp; Process Flow - Leadership Development Curriculum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the four-module leadership program for newly promoted managers, covering coaching, delegation, feedback, and team operating rhythms. Section 2 (Architecture &amp; Process Flow) applies to Learning and Development within HR Knowledge Hub and is maintained by Alicia Gomez. Maps end-to-end process stages, handoff gates, and system-of-record integrations.</a:t>
            </a:r>
          </a:p>
          <a:p>
            <a:pPr lvl="1"/>
            <a:r>
              <a:t>Module 2 focuses on delivering effective, timely feedback.</a:t>
            </a:r>
          </a:p>
          <a:p>
            <a:pPr lvl="1"/>
            <a:r>
              <a:t>Module 3 covers delegation and building team operating rhythms.</a:t>
            </a:r>
          </a:p>
          <a:p>
            <a:pPr lvl="1"/>
            <a:r>
              <a:t>Section 2 review cadence is tracked by Alicia Gomez under Learning and Development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Learning and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Governance Standards &amp; Controls - Leadership Development Curriculum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the four-module leadership program for newly promoted managers, covering coaching, delegation, feedback, and team operating rhythms. Section 3 (Governance Standards &amp; Controls) applies to Learning and Development within HR Knowledge Hub and is maintained by Alicia Gomez. Establishes mandatory compliance controls, approval thresholds, and audit evidence.</a:t>
            </a:r>
          </a:p>
          <a:p>
            <a:pPr lvl="1"/>
            <a:r>
              <a:t>Module 3 covers delegation and building team operating rhythms.</a:t>
            </a:r>
          </a:p>
          <a:p>
            <a:pPr lvl="1"/>
            <a:r>
              <a:t>Module 4 is a capstone project presented to a panel of senior leaders.</a:t>
            </a:r>
          </a:p>
          <a:p>
            <a:pPr lvl="1"/>
            <a:r>
              <a:t>Section 3 review cadence is tracked by Alicia Gomez under Learning and Development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Learning and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3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Operational KPIs &amp; Benchmarks - Leadership Development Curriculum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the four-module leadership program for newly promoted managers, covering coaching, delegation, feedback, and team operating rhythms. Section 4 (Operational KPIs &amp; Benchmarks) applies to Learning and Development within HR Knowledge Hub and is maintained by Alicia Gomez. Tracks baseline performance, target SLAs, and quarterly benchmark progression.</a:t>
            </a:r>
          </a:p>
          <a:p>
            <a:pPr lvl="1"/>
            <a:r>
              <a:t>Module 4 is a capstone project presented to a panel of senior leaders.</a:t>
            </a:r>
          </a:p>
          <a:p>
            <a:pPr lvl="1"/>
            <a:r>
              <a:t>Module 1 covers transitioning from individual contributor to people manager.</a:t>
            </a:r>
          </a:p>
          <a:p>
            <a:pPr lvl="1"/>
            <a:r>
              <a:t>Section 4 review cadence is tracked by Alicia Gomez under Learning and Development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Learning and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4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Roles, Responsibilities &amp; RACI - Leadership Development Curriculum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the four-module leadership program for newly promoted managers, covering coaching, delegation, feedback, and team operating rhythms. Section 5 (Roles, Responsibilities &amp; RACI) applies to Learning and Development within HR Knowledge Hub and is maintained by Alicia Gomez. Clarifies ownership across accountable executives, operational leads, and reviewers.</a:t>
            </a:r>
          </a:p>
          <a:p>
            <a:pPr lvl="1"/>
            <a:r>
              <a:t>Module 1 covers transitioning from individual contributor to people manager.</a:t>
            </a:r>
          </a:p>
          <a:p>
            <a:pPr lvl="1"/>
            <a:r>
              <a:t>Module 2 focuses on delivering effective, timely feedback.</a:t>
            </a:r>
          </a:p>
          <a:p>
            <a:pPr lvl="1"/>
            <a:r>
              <a:t>Section 5 review cadence is tracked by Alicia Gomez under Learning and Development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Learning and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5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Standard Operating Procedures - Leadership Development Curriculum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the four-module leadership program for newly promoted managers, covering coaching, delegation, feedback, and team operating rhythms. Section 6 (Standard Operating Procedures) applies to Learning and Development within HR Knowledge Hub and is maintained by Alicia Gomez. Provides step-by-step execution checklists, intake criteria, and verification gates.</a:t>
            </a:r>
          </a:p>
          <a:p>
            <a:pPr lvl="1"/>
            <a:r>
              <a:t>Module 2 focuses on delivering effective, timely feedback.</a:t>
            </a:r>
          </a:p>
          <a:p>
            <a:pPr lvl="1"/>
            <a:r>
              <a:t>Module 3 covers delegation and building team operating rhythms.</a:t>
            </a:r>
          </a:p>
          <a:p>
            <a:pPr lvl="1"/>
            <a:r>
              <a:t>Section 6 review cadence is tracked by Alicia Gomez under Learning and Development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Learning and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6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Appendix, Lineage &amp; Sign-off - Leadership Development Curriculum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the four-module leadership program for newly promoted managers, covering coaching, delegation, feedback, and team operating rhythms. Section 7 (Appendix, Lineage &amp; Sign-off) applies to Learning and Development within HR Knowledge Hub and is maintained by Alicia Gomez. Records document lineage, governance metadata, version history, and owner sign-off.</a:t>
            </a:r>
          </a:p>
          <a:p>
            <a:pPr lvl="1"/>
            <a:r>
              <a:t>Module 3 covers delegation and building team operating rhythms.</a:t>
            </a:r>
          </a:p>
          <a:p>
            <a:pPr lvl="1"/>
            <a:r>
              <a:t>Module 4 is a capstone project presented to a panel of senior leaders.</a:t>
            </a:r>
          </a:p>
          <a:p>
            <a:pPr lvl="1"/>
            <a:r>
              <a:t>Section 7 review cadence is tracked by Alicia Gomez under Learning and Development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Learning and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Leadership Development Curri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Alicia Gomez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7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