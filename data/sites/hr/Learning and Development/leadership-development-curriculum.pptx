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Leadership Development Curriculum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HR Knowledge Hub | Learning and Development</a:t>
            </a:r>
          </a:p>
          <a:p>
            <a:r>
              <a:t>Owner: Alicia Gomez  |  Last updated: October 30,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the four-module leadership program for newly promoted managers, covering coaching, delegation, feedback, and team operating rhythms.</a:t>
            </a:r>
          </a:p>
          <a:p>
            <a:pPr lvl="1"/>
            <a:r>
              <a:t>Module 1 covers transitioning from individual contributor to people manager.</a:t>
            </a:r>
          </a:p>
          <a:p>
            <a:pPr lvl="1"/>
            <a:r>
              <a:t>Module 2 focuses on delivering effective, timely feedback.</a:t>
            </a:r>
          </a:p>
          <a:p>
            <a:pPr lvl="1"/>
            <a:r>
              <a:t>Module 3 covers delegation and building team operating rhythms.</a:t>
            </a:r>
          </a:p>
          <a:p>
            <a:pPr lvl="1"/>
            <a:r>
              <a:t>Module 4 is a capstone project presented to a panel of senior leaders.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Cohort size: 18</a:t>
            </a:r>
          </a:p>
          <a:p>
            <a:r>
              <a:t>Completion rate: 94%</a:t>
            </a:r>
          </a:p>
          <a:p>
            <a:r>
              <a:t>Avg satisfaction: 4.6/5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