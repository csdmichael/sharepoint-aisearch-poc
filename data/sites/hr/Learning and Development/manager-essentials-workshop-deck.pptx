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Manager Essentials Workshop Deck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HR Knowledge Hub | Learning and Development</a:t>
            </a:r>
          </a:p>
          <a:p>
            <a:r>
              <a:t>Owner: Alicia Gomez  |  Last updated: October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Slide deck used in the quarterly manager essentials workshop covering 1:1 cadence, goal setting, and recognition practices.</a:t>
            </a:r>
          </a:p>
          <a:p>
            <a:pPr lvl="1"/>
            <a:r>
              <a:t>Recommends a weekly 1:1 cadence with a shared, employee-owned agenda document.</a:t>
            </a:r>
          </a:p>
          <a:p>
            <a:pPr lvl="1"/>
            <a:r>
              <a:t>Introduces the quarterly goal-setting template aligned to department OKRs.</a:t>
            </a:r>
          </a:p>
          <a:p>
            <a:pPr lvl="1"/>
            <a:r>
              <a:t>Covers informal recognition practices and the quarterly peer recognition awards.</a:t>
            </a:r>
          </a:p>
          <a:p>
            <a:pPr lvl="1"/>
            <a:r>
              <a:t>Closes with a manager self-assessment exercise.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