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Executive Summary &amp; Scope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1 (Executive Summary &amp; Scope) applies to HR Policies within HR Knowledge Hub and is maintained by Maria Chen. Defines the operational charter, scope boundaries, and executive accountability.</a:t>
            </a:r>
          </a:p>
          <a:p>
            <a:pPr lvl="1"/>
            <a:r>
              <a:t>Standardizes policy governance across North America, EMEA, and APAC hubs.</a:t>
            </a:r>
          </a:p>
          <a:p>
            <a:pPr lvl="1"/>
            <a:r>
              <a:t>Maps statutory compliance controls to quarterly HR Business Partner audit checkpoints.</a:t>
            </a:r>
          </a:p>
          <a:p>
            <a:pPr lvl="1"/>
            <a:r>
              <a:t>Section 1 review cadence is tracked by Maria Chen under HR Policies governance.</a:t>
            </a:r>
          </a:p>
        </p:txBody>
      </p:sp>
      <p:graphicFrame>
        <p:nvGraphicFramePr>
          <p:cNvPr id="4" name="Table 3"/>
          <p:cNvGraphicFramePr>
            <a:graphicFrameLocks noGrp="1"/>
          </p:cNvGraphicFramePr>
          <p:nvPr/>
        </p:nvGraphicFramePr>
        <p:xfrm>
          <a:off x="548640" y="3749039"/>
          <a:ext cx="5669280" cy="1389888"/>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Architecture &amp; Process Flow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2 (Architecture &amp; Process Flow) applies to HR Policies within HR Knowledge Hub and is maintained by Maria Chen. Maps end-to-end process stages, handoff gates, and system-of-record integrations.</a:t>
            </a:r>
          </a:p>
          <a:p>
            <a:pPr lvl="1"/>
            <a:r>
              <a:t>Maps statutory compliance controls to quarterly HR Business Partner audit checkpoints.</a:t>
            </a:r>
          </a:p>
          <a:p>
            <a:pPr lvl="1"/>
            <a:r>
              <a:t>Integrates incident intake, investigation SLAs, and executive reporting dashboards.</a:t>
            </a:r>
          </a:p>
          <a:p>
            <a:pPr lvl="1"/>
            <a:r>
              <a:t>Section 2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Sec-2</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Stage 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Governance Standards &amp; Controls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3 (Governance Standards &amp; Controls) applies to HR Policies within HR Knowledge Hub and is maintained by Maria Chen. Establishes mandatory compliance controls, approval thresholds, and audit evidence.</a:t>
            </a:r>
          </a:p>
          <a:p>
            <a:pPr lvl="1"/>
            <a:r>
              <a:t>Integrates incident intake, investigation SLAs, and executive reporting dashboards.</a:t>
            </a:r>
          </a:p>
          <a:p>
            <a:pPr lvl="1"/>
            <a:r>
              <a:t>Defines annual policy review cycles and version control requirements.</a:t>
            </a:r>
          </a:p>
          <a:p>
            <a:pPr lvl="1"/>
            <a:r>
              <a:t>Section 3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Sec-3</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Stage 3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Operational KPIs &amp; Benchmarks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4 (Operational KPIs &amp; Benchmarks) applies to HR Policies within HR Knowledge Hub and is maintained by Maria Chen. Tracks baseline performance, target SLAs, and quarterly benchmark progression.</a:t>
            </a:r>
          </a:p>
          <a:p>
            <a:pPr lvl="1"/>
            <a:r>
              <a:t>Defines annual policy review cycles and version control requirements.</a:t>
            </a:r>
          </a:p>
          <a:p>
            <a:pPr lvl="1"/>
            <a:r>
              <a:t>Standardizes policy governance across North America, EMEA, and APAC hubs.</a:t>
            </a:r>
          </a:p>
          <a:p>
            <a:pPr lvl="1"/>
            <a:r>
              <a:t>Section 4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Sec-4</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Stage 4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Roles, Responsibilities &amp; RACI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5 (Roles, Responsibilities &amp; RACI) applies to HR Policies within HR Knowledge Hub and is maintained by Maria Chen. Clarifies ownership across accountable executives, operational leads, and reviewers.</a:t>
            </a:r>
          </a:p>
          <a:p>
            <a:pPr lvl="1"/>
            <a:r>
              <a:t>Standardizes policy governance across North America, EMEA, and APAC hubs.</a:t>
            </a:r>
          </a:p>
          <a:p>
            <a:pPr lvl="1"/>
            <a:r>
              <a:t>Maps statutory compliance controls to quarterly HR Business Partner audit checkpoints.</a:t>
            </a:r>
          </a:p>
          <a:p>
            <a:pPr lvl="1"/>
            <a:r>
              <a:t>Section 5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Sec-5</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Stage 5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Standard Operating Procedures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6 (Standard Operating Procedures) applies to HR Policies within HR Knowledge Hub and is maintained by Maria Chen. Provides step-by-step execution checklists, intake criteria, and verification gates.</a:t>
            </a:r>
          </a:p>
          <a:p>
            <a:pPr lvl="1"/>
            <a:r>
              <a:t>Maps statutory compliance controls to quarterly HR Business Partner audit checkpoints.</a:t>
            </a:r>
          </a:p>
          <a:p>
            <a:pPr lvl="1"/>
            <a:r>
              <a:t>Integrates incident intake, investigation SLAs, and executive reporting dashboards.</a:t>
            </a:r>
          </a:p>
          <a:p>
            <a:pPr lvl="1"/>
            <a:r>
              <a:t>Section 6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Sec-6</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Stage 6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Risk Register &amp; Mitigations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7 (Risk Register &amp; Mitigations) applies to HR Policies within HR Knowledge Hub and is maintained by Maria Chen. Catalogs operational, compliance, and delivery risks alongside preventive mitigations.</a:t>
            </a:r>
          </a:p>
          <a:p>
            <a:pPr lvl="1"/>
            <a:r>
              <a:t>Integrates incident intake, investigation SLAs, and executive reporting dashboards.</a:t>
            </a:r>
          </a:p>
          <a:p>
            <a:pPr lvl="1"/>
            <a:r>
              <a:t>Defines annual policy review cycles and version control requirements.</a:t>
            </a:r>
          </a:p>
          <a:p>
            <a:pPr lvl="1"/>
            <a:r>
              <a:t>Section 7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Sec-7</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Stage 7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Quality Assurance &amp; Audits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8 (Quality Assurance &amp; Audits) applies to HR Policies within HR Knowledge Hub and is maintained by Maria Chen. Specifies sampling frequencies, inspection tolerances, and nonconformance workflows.</a:t>
            </a:r>
          </a:p>
          <a:p>
            <a:pPr lvl="1"/>
            <a:r>
              <a:t>Defines annual policy review cycles and version control requirements.</a:t>
            </a:r>
          </a:p>
          <a:p>
            <a:pPr lvl="1"/>
            <a:r>
              <a:t>Standardizes policy governance across North America, EMEA, and APAC hubs.</a:t>
            </a:r>
          </a:p>
          <a:p>
            <a:pPr lvl="1"/>
            <a:r>
              <a:t>Section 8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Sec-8</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Stage 8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Exception Handling &amp; Escalations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9 (Exception Handling &amp; Escalations) applies to HR Policies within HR Knowledge Hub and is maintained by Maria Chen. Outlines severity tiers, response SLAs, and cross-functional escalation paths.</a:t>
            </a:r>
          </a:p>
          <a:p>
            <a:pPr lvl="1"/>
            <a:r>
              <a:t>Standardizes policy governance across North America, EMEA, and APAC hubs.</a:t>
            </a:r>
          </a:p>
          <a:p>
            <a:pPr lvl="1"/>
            <a:r>
              <a:t>Maps statutory compliance controls to quarterly HR Business Partner audit checkpoints.</a:t>
            </a:r>
          </a:p>
          <a:p>
            <a:pPr lvl="1"/>
            <a:r>
              <a:t>Section 9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Sec-9</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Stage 9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Cross-Functional Dependencies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10 (Cross-Functional Dependencies) applies to HR Policies within HR Knowledge Hub and is maintained by Maria Chen. Documents upstream and downstream team dependencies and service-level commitments.</a:t>
            </a:r>
          </a:p>
          <a:p>
            <a:pPr lvl="1"/>
            <a:r>
              <a:t>Maps statutory compliance controls to quarterly HR Business Partner audit checkpoints.</a:t>
            </a:r>
          </a:p>
          <a:p>
            <a:pPr lvl="1"/>
            <a:r>
              <a:t>Integrates incident intake, investigation SLAs, and executive reporting dashboards.</a:t>
            </a:r>
          </a:p>
          <a:p>
            <a:pPr lvl="1"/>
            <a:r>
              <a:t>Section 10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Sec-10</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Stage 10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Continuous Improvement Roadmap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11 (Continuous Improvement Roadmap) applies to HR Policies within HR Knowledge Hub and is maintained by Maria Chen. Schedules quarterly optimization milestones, automation targets, and capability reviews.</a:t>
            </a:r>
          </a:p>
          <a:p>
            <a:pPr lvl="1"/>
            <a:r>
              <a:t>Integrates incident intake, investigation SLAs, and executive reporting dashboards.</a:t>
            </a:r>
          </a:p>
          <a:p>
            <a:pPr lvl="1"/>
            <a:r>
              <a:t>Defines annual policy review cycles and version control requirements.</a:t>
            </a:r>
          </a:p>
          <a:p>
            <a:pPr lvl="1"/>
            <a:r>
              <a:t>Section 11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Sec-11</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Stage 11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Training &amp; Change Management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12 (Training &amp; Change Management) applies to HR Policies within HR Knowledge Hub and is maintained by Maria Chen. Plans enablement sessions, communications, and adoption checkpoints for affected teams.</a:t>
            </a:r>
          </a:p>
          <a:p>
            <a:pPr lvl="1"/>
            <a:r>
              <a:t>Defines annual policy review cycles and version control requirements.</a:t>
            </a:r>
          </a:p>
          <a:p>
            <a:pPr lvl="1"/>
            <a:r>
              <a:t>Standardizes policy governance across North America, EMEA, and APAC hubs.</a:t>
            </a:r>
          </a:p>
          <a:p>
            <a:pPr lvl="1"/>
            <a:r>
              <a:t>Section 12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Sec-12</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Stage 12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Technology &amp; Tooling Landscape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13 (Technology &amp; Tooling Landscape) applies to HR Policies within HR Knowledge Hub and is maintained by Maria Chen. Lists supporting systems, integrations, configuration owners, and upgrade cadence.</a:t>
            </a:r>
          </a:p>
          <a:p>
            <a:pPr lvl="1"/>
            <a:r>
              <a:t>Standardizes policy governance across North America, EMEA, and APAC hubs.</a:t>
            </a:r>
          </a:p>
          <a:p>
            <a:pPr lvl="1"/>
            <a:r>
              <a:t>Maps statutory compliance controls to quarterly HR Business Partner audit checkpoints.</a:t>
            </a:r>
          </a:p>
          <a:p>
            <a:pPr lvl="1"/>
            <a:r>
              <a:t>Section 13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Sec-13</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Stage 13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Appendix, Lineage &amp; Sign-off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14 (Appendix, Lineage &amp; Sign-off) applies to HR Policies within HR Knowledge Hub and is maintained by Maria Chen. Records document lineage, governance metadata, version history, and owner sign-off.</a:t>
            </a:r>
          </a:p>
          <a:p>
            <a:pPr lvl="1"/>
            <a:r>
              <a:t>Maps statutory compliance controls to quarterly HR Business Partner audit checkpoints.</a:t>
            </a:r>
          </a:p>
          <a:p>
            <a:pPr lvl="1"/>
            <a:r>
              <a:t>Integrates incident intake, investigation SLAs, and executive reporting dashboards.</a:t>
            </a:r>
          </a:p>
          <a:p>
            <a:pPr lvl="1"/>
            <a:r>
              <a:t>Section 14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Sec-14</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Stage 14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