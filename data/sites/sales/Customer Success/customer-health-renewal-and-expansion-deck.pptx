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Executive Summary &amp; Scope - Customer Health, Renewal and Expansi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Twelve-slide customer success review deck covering onboarding time-to-value, telemetry health scoring, save-play execution, and NRR expansion. Section 1 (Executive Summary &amp; Scope) applies to Customer Success within Sales &amp; Marketing Knowledge Hub and is maintained by Tom Bergstrom. Defines the operational charter, scope boundaries, and executive accountability.</a:t>
            </a:r>
          </a:p>
          <a:p>
            <a:pPr lvl="1"/>
            <a:r>
              <a:t>Tracks 30-day first-value milestone achievement across enterprise and mid-market cohorts.</a:t>
            </a:r>
          </a:p>
          <a:p>
            <a:pPr lvl="1"/>
            <a:r>
              <a:t>Combines product usage telemetry, ticket severity, and NPS into a unified health score.</a:t>
            </a:r>
          </a:p>
          <a:p>
            <a:pPr lvl="1"/>
            <a:r>
              <a:t>Section 1 review cadence is tracked by Tom Bergstrom under Customer Success governance.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3749039"/>
          <a:ext cx="566928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Gross Retention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Net Retention (NRR)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Avg Time to Value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Enterprise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118%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28 days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Mid-Market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111%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19 days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Commercial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12 days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703320"/>
            <a:ext cx="512064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Architecture &amp; Process Flow - Customer Health, Renewal and Expansi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Twelve-slide customer success review deck covering onboarding time-to-value, telemetry health scoring, save-play execution, and NRR expansion. Section 2 (Architecture &amp; Process Flow) applies to Customer Success within Sales &amp; Marketing Knowledge Hub and is maintained by Tom Bergstrom. Maps end-to-end process stages, handoff gates, and system-of-record integrations.</a:t>
            </a:r>
          </a:p>
          <a:p>
            <a:pPr lvl="1"/>
            <a:r>
              <a:t>Combines product usage telemetry, ticket severity, and NPS into a unified health score.</a:t>
            </a:r>
          </a:p>
          <a:p>
            <a:pPr lvl="1"/>
            <a:r>
              <a:t>Details executive sponsor save plays for accounts showing &gt;25% usage decline.</a:t>
            </a:r>
          </a:p>
          <a:p>
            <a:pPr lvl="1"/>
            <a:r>
              <a:t>Section 2 review cadence is tracked by Tom Bergstrom under Customer Success governance.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3749039"/>
          <a:ext cx="56692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Gross Retention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Net Retention (NRR)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Avg Time to Value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Enterprise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118%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28 days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Mid-Market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111%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19 days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Commercial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12 days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Sec-2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111%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Stage 2 Verified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703320"/>
            <a:ext cx="512064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Governance Standards &amp; Controls - Customer Health, Renewal and Expansi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Twelve-slide customer success review deck covering onboarding time-to-value, telemetry health scoring, save-play execution, and NRR expansion. Section 3 (Governance Standards &amp; Controls) applies to Customer Success within Sales &amp; Marketing Knowledge Hub and is maintained by Tom Bergstrom. Establishes mandatory compliance controls, approval thresholds, and audit evidence.</a:t>
            </a:r>
          </a:p>
          <a:p>
            <a:pPr lvl="1"/>
            <a:r>
              <a:t>Details executive sponsor save plays for accounts showing &gt;25% usage decline.</a:t>
            </a:r>
          </a:p>
          <a:p>
            <a:pPr lvl="1"/>
            <a:r>
              <a:t>Highlights QBR expansion playbooks driving 114% net dollar retention.</a:t>
            </a:r>
          </a:p>
          <a:p>
            <a:pPr lvl="1"/>
            <a:r>
              <a:t>Section 3 review cadence is tracked by Tom Bergstrom under Customer Success governance.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3749039"/>
          <a:ext cx="56692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Gross Retention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Net Retention (NRR)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Avg Time to Value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Enterprise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118%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28 days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Mid-Market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111%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19 days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Commercial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12 days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Sec-3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Stage 3 Verified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703320"/>
            <a:ext cx="512064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Operational KPIs &amp; Benchmarks - Customer Health, Renewal and Expansi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Twelve-slide customer success review deck covering onboarding time-to-value, telemetry health scoring, save-play execution, and NRR expansion. Section 4 (Operational KPIs &amp; Benchmarks) applies to Customer Success within Sales &amp; Marketing Knowledge Hub and is maintained by Tom Bergstrom. Tracks baseline performance, target SLAs, and quarterly benchmark progression.</a:t>
            </a:r>
          </a:p>
          <a:p>
            <a:pPr lvl="1"/>
            <a:r>
              <a:t>Highlights QBR expansion playbooks driving 114% net dollar retention.</a:t>
            </a:r>
          </a:p>
          <a:p>
            <a:pPr lvl="1"/>
            <a:r>
              <a:t>Tracks 30-day first-value milestone achievement across enterprise and mid-market cohorts.</a:t>
            </a:r>
          </a:p>
          <a:p>
            <a:pPr lvl="1"/>
            <a:r>
              <a:t>Section 4 review cadence is tracked by Tom Bergstrom under Customer Success governance.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3749039"/>
          <a:ext cx="56692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Gross Retention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Net Retention (NRR)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Avg Time to Value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Enterprise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118%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28 days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Mid-Market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111%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19 days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Commercial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12 days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Sec-4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118%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Stage 4 Verified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703320"/>
            <a:ext cx="512064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Roles, Responsibilities &amp; RACI - Customer Health, Renewal and Expansi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Twelve-slide customer success review deck covering onboarding time-to-value, telemetry health scoring, save-play execution, and NRR expansion. Section 5 (Roles, Responsibilities &amp; RACI) applies to Customer Success within Sales &amp; Marketing Knowledge Hub and is maintained by Tom Bergstrom. Clarifies ownership across accountable executives, operational leads, and reviewers.</a:t>
            </a:r>
          </a:p>
          <a:p>
            <a:pPr lvl="1"/>
            <a:r>
              <a:t>Tracks 30-day first-value milestone achievement across enterprise and mid-market cohorts.</a:t>
            </a:r>
          </a:p>
          <a:p>
            <a:pPr lvl="1"/>
            <a:r>
              <a:t>Combines product usage telemetry, ticket severity, and NPS into a unified health score.</a:t>
            </a:r>
          </a:p>
          <a:p>
            <a:pPr lvl="1"/>
            <a:r>
              <a:t>Section 5 review cadence is tracked by Tom Bergstrom under Customer Success governance.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3749039"/>
          <a:ext cx="56692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Gross Retention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Net Retention (NRR)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Avg Time to Value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Enterprise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118%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28 days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Mid-Market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111%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19 days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Commercial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12 days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Sec-5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111%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Stage 5 Verified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703320"/>
            <a:ext cx="512064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Standard Operating Procedures - Customer Health, Renewal and Expansi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Twelve-slide customer success review deck covering onboarding time-to-value, telemetry health scoring, save-play execution, and NRR expansion. Section 6 (Standard Operating Procedures) applies to Customer Success within Sales &amp; Marketing Knowledge Hub and is maintained by Tom Bergstrom. Provides step-by-step execution checklists, intake criteria, and verification gates.</a:t>
            </a:r>
          </a:p>
          <a:p>
            <a:pPr lvl="1"/>
            <a:r>
              <a:t>Combines product usage telemetry, ticket severity, and NPS into a unified health score.</a:t>
            </a:r>
          </a:p>
          <a:p>
            <a:pPr lvl="1"/>
            <a:r>
              <a:t>Details executive sponsor save plays for accounts showing &gt;25% usage decline.</a:t>
            </a:r>
          </a:p>
          <a:p>
            <a:pPr lvl="1"/>
            <a:r>
              <a:t>Section 6 review cadence is tracked by Tom Bergstrom under Customer Success governance.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3749039"/>
          <a:ext cx="56692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Gross Retention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Net Retention (NRR)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Avg Time to Value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Enterprise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118%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28 days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Mid-Market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111%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19 days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Commercial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12 days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Sec-6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Stage 6 Verified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703320"/>
            <a:ext cx="512064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Risk Register &amp; Mitigations - Customer Health, Renewal and Expansi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Twelve-slide customer success review deck covering onboarding time-to-value, telemetry health scoring, save-play execution, and NRR expansion. Section 7 (Risk Register &amp; Mitigations) applies to Customer Success within Sales &amp; Marketing Knowledge Hub and is maintained by Tom Bergstrom. Catalogs operational, compliance, and delivery risks alongside preventive mitigations.</a:t>
            </a:r>
          </a:p>
          <a:p>
            <a:pPr lvl="1"/>
            <a:r>
              <a:t>Details executive sponsor save plays for accounts showing &gt;25% usage decline.</a:t>
            </a:r>
          </a:p>
          <a:p>
            <a:pPr lvl="1"/>
            <a:r>
              <a:t>Highlights QBR expansion playbooks driving 114% net dollar retention.</a:t>
            </a:r>
          </a:p>
          <a:p>
            <a:pPr lvl="1"/>
            <a:r>
              <a:t>Section 7 review cadence is tracked by Tom Bergstrom under Customer Success governance.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3749039"/>
          <a:ext cx="56692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Gross Retention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Net Retention (NRR)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Avg Time to Value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Enterprise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118%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28 days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Mid-Market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111%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19 days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Commercial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12 days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Sec-7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118%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Stage 7 Verified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703320"/>
            <a:ext cx="512064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Quality Assurance &amp; Audits - Customer Health, Renewal and Expansi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Twelve-slide customer success review deck covering onboarding time-to-value, telemetry health scoring, save-play execution, and NRR expansion. Section 8 (Quality Assurance &amp; Audits) applies to Customer Success within Sales &amp; Marketing Knowledge Hub and is maintained by Tom Bergstrom. Specifies sampling frequencies, inspection tolerances, and nonconformance workflows.</a:t>
            </a:r>
          </a:p>
          <a:p>
            <a:pPr lvl="1"/>
            <a:r>
              <a:t>Highlights QBR expansion playbooks driving 114% net dollar retention.</a:t>
            </a:r>
          </a:p>
          <a:p>
            <a:pPr lvl="1"/>
            <a:r>
              <a:t>Tracks 30-day first-value milestone achievement across enterprise and mid-market cohorts.</a:t>
            </a:r>
          </a:p>
          <a:p>
            <a:pPr lvl="1"/>
            <a:r>
              <a:t>Section 8 review cadence is tracked by Tom Bergstrom under Customer Success governance.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3749039"/>
          <a:ext cx="56692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Gross Retention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Net Retention (NRR)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Avg Time to Value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Enterprise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118%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28 days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Mid-Market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111%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19 days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Commercial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12 days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Sec-8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111%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Stage 8 Verified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703320"/>
            <a:ext cx="512064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Exception Handling &amp; Escalations - Customer Health, Renewal and Expansi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Twelve-slide customer success review deck covering onboarding time-to-value, telemetry health scoring, save-play execution, and NRR expansion. Section 9 (Exception Handling &amp; Escalations) applies to Customer Success within Sales &amp; Marketing Knowledge Hub and is maintained by Tom Bergstrom. Outlines severity tiers, response SLAs, and cross-functional escalation paths.</a:t>
            </a:r>
          </a:p>
          <a:p>
            <a:pPr lvl="1"/>
            <a:r>
              <a:t>Tracks 30-day first-value milestone achievement across enterprise and mid-market cohorts.</a:t>
            </a:r>
          </a:p>
          <a:p>
            <a:pPr lvl="1"/>
            <a:r>
              <a:t>Combines product usage telemetry, ticket severity, and NPS into a unified health score.</a:t>
            </a:r>
          </a:p>
          <a:p>
            <a:pPr lvl="1"/>
            <a:r>
              <a:t>Section 9 review cadence is tracked by Tom Bergstrom under Customer Success governance.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3749039"/>
          <a:ext cx="56692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Gross Retention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Net Retention (NRR)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Avg Time to Value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Enterprise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118%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28 days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Mid-Market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111%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19 days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Commercial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12 days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Sec-9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Stage 9 Verified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703320"/>
            <a:ext cx="512064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Appendix, Lineage &amp; Sign-off - Customer Health, Renewal and Expansi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Twelve-slide customer success review deck covering onboarding time-to-value, telemetry health scoring, save-play execution, and NRR expansion. Section 10 (Appendix, Lineage &amp; Sign-off) applies to Customer Success within Sales &amp; Marketing Knowledge Hub and is maintained by Tom Bergstrom. Records document lineage, governance metadata, version history, and owner sign-off.</a:t>
            </a:r>
          </a:p>
          <a:p>
            <a:pPr lvl="1"/>
            <a:r>
              <a:t>Combines product usage telemetry, ticket severity, and NPS into a unified health score.</a:t>
            </a:r>
          </a:p>
          <a:p>
            <a:pPr lvl="1"/>
            <a:r>
              <a:t>Details executive sponsor save plays for accounts showing &gt;25% usage decline.</a:t>
            </a:r>
          </a:p>
          <a:p>
            <a:pPr lvl="1"/>
            <a:r>
              <a:t>Section 10 review cadence is tracked by Tom Bergstrom under Customer Success governance.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3749039"/>
          <a:ext cx="56692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Gross Retention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Net Retention (NRR)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Avg Time to Value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Enterprise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118%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28 days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Mid-Market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111%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19 days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Commercial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12 days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Sec-10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118%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Stage 10 Verified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703320"/>
            <a:ext cx="512064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