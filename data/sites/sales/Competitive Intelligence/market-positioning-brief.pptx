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Executive Summary &amp; Scope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1 (Executive Summary &amp; Scope) applies to Competitive Intelligence within Sales &amp; Marketing Knowledge Hub and is maintained by Nina Patel. Defines the operational charter, scope boundaries, and executive accountability.</a:t>
            </a:r>
          </a:p>
          <a:p>
            <a:pPr lvl="1"/>
            <a:r>
              <a:t>Three primary competitors are tracked across pricing, features, and market presence.</a:t>
            </a:r>
          </a:p>
          <a:p>
            <a:pPr lvl="1"/>
            <a:r>
              <a:t>Recommended positioning emphasizes real-time data freshness and integration breadth.</a:t>
            </a:r>
          </a:p>
          <a:p>
            <a:pPr lvl="1"/>
            <a:r>
              <a:t>Section 1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&amp; Process Flow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2 (Architecture &amp; Process Flow) applies to Competitive Intelligence within Sales &amp; Marketing Knowledge Hub and is maintained by Nina Patel. Maps end-to-end process stages, handoff gates, and system-of-record integrations.</a:t>
            </a:r>
          </a:p>
          <a:p>
            <a:pPr lvl="1"/>
            <a:r>
              <a:t>Recommended positioning emphasizes real-time data freshness and integration breadth.</a:t>
            </a:r>
          </a:p>
          <a:p>
            <a:pPr lvl="1"/>
            <a:r>
              <a:t>Positioning brief is reviewed with sales leadership before each fiscal year planning cycle.</a:t>
            </a:r>
          </a:p>
          <a:p>
            <a:pPr lvl="1"/>
            <a:r>
              <a:t>Section 2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Governance Standards &amp; Controls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3 (Governance Standards &amp; Controls) applies to Competitive Intelligence within Sales &amp; Marketing Knowledge Hub and is maintained by Nina Patel. Establishes mandatory compliance controls, approval thresholds, and audit evidence.</a:t>
            </a:r>
          </a:p>
          <a:p>
            <a:pPr lvl="1"/>
            <a:r>
              <a:t>Positioning brief is reviewed with sales leadership before each fiscal year planning cycle.</a:t>
            </a:r>
          </a:p>
          <a:p>
            <a:pPr lvl="1"/>
            <a:r>
              <a:t>Messaging updates from this brief flow into the brand and messaging guidelines.</a:t>
            </a:r>
          </a:p>
          <a:p>
            <a:pPr lvl="1"/>
            <a:r>
              <a:t>Section 3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3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Operational KPIs &amp; Benchmarks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4 (Operational KPIs &amp; Benchmarks) applies to Competitive Intelligence within Sales &amp; Marketing Knowledge Hub and is maintained by Nina Patel. Tracks baseline performance, target SLAs, and quarterly benchmark progression.</a:t>
            </a:r>
          </a:p>
          <a:p>
            <a:pPr lvl="1"/>
            <a:r>
              <a:t>Messaging updates from this brief flow into the brand and messaging guidelines.</a:t>
            </a:r>
          </a:p>
          <a:p>
            <a:pPr lvl="1"/>
            <a:r>
              <a:t>Three primary competitors are tracked across pricing, features, and market presence.</a:t>
            </a:r>
          </a:p>
          <a:p>
            <a:pPr lvl="1"/>
            <a:r>
              <a:t>Section 4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4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Roles, Responsibilities &amp; RACI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5 (Roles, Responsibilities &amp; RACI) applies to Competitive Intelligence within Sales &amp; Marketing Knowledge Hub and is maintained by Nina Patel. Clarifies ownership across accountable executives, operational leads, and reviewers.</a:t>
            </a:r>
          </a:p>
          <a:p>
            <a:pPr lvl="1"/>
            <a:r>
              <a:t>Three primary competitors are tracked across pricing, features, and market presence.</a:t>
            </a:r>
          </a:p>
          <a:p>
            <a:pPr lvl="1"/>
            <a:r>
              <a:t>Recommended positioning emphasizes real-time data freshness and integration breadth.</a:t>
            </a:r>
          </a:p>
          <a:p>
            <a:pPr lvl="1"/>
            <a:r>
              <a:t>Section 5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5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Standard Operating Procedures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6 (Standard Operating Procedures) applies to Competitive Intelligence within Sales &amp; Marketing Knowledge Hub and is maintained by Nina Patel. Provides step-by-step execution checklists, intake criteria, and verification gates.</a:t>
            </a:r>
          </a:p>
          <a:p>
            <a:pPr lvl="1"/>
            <a:r>
              <a:t>Recommended positioning emphasizes real-time data freshness and integration breadth.</a:t>
            </a:r>
          </a:p>
          <a:p>
            <a:pPr lvl="1"/>
            <a:r>
              <a:t>Positioning brief is reviewed with sales leadership before each fiscal year planning cycle.</a:t>
            </a:r>
          </a:p>
          <a:p>
            <a:pPr lvl="1"/>
            <a:r>
              <a:t>Section 6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6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Risk Register &amp; Mitigations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7 (Risk Register &amp; Mitigations) applies to Competitive Intelligence within Sales &amp; Marketing Knowledge Hub and is maintained by Nina Patel. Catalogs operational, compliance, and delivery risks alongside preventive mitigations.</a:t>
            </a:r>
          </a:p>
          <a:p>
            <a:pPr lvl="1"/>
            <a:r>
              <a:t>Positioning brief is reviewed with sales leadership before each fiscal year planning cycle.</a:t>
            </a:r>
          </a:p>
          <a:p>
            <a:pPr lvl="1"/>
            <a:r>
              <a:t>Messaging updates from this brief flow into the brand and messaging guidelines.</a:t>
            </a:r>
          </a:p>
          <a:p>
            <a:pPr lvl="1"/>
            <a:r>
              <a:t>Section 7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7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Quality Assurance &amp; Audits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8 (Quality Assurance &amp; Audits) applies to Competitive Intelligence within Sales &amp; Marketing Knowledge Hub and is maintained by Nina Patel. Specifies sampling frequencies, inspection tolerances, and nonconformance workflows.</a:t>
            </a:r>
          </a:p>
          <a:p>
            <a:pPr lvl="1"/>
            <a:r>
              <a:t>Messaging updates from this brief flow into the brand and messaging guidelines.</a:t>
            </a:r>
          </a:p>
          <a:p>
            <a:pPr lvl="1"/>
            <a:r>
              <a:t>Three primary competitors are tracked across pricing, features, and market presence.</a:t>
            </a:r>
          </a:p>
          <a:p>
            <a:pPr lvl="1"/>
            <a:r>
              <a:t>Section 8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8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Exception Handling &amp; Escalations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9 (Exception Handling &amp; Escalations) applies to Competitive Intelligence within Sales &amp; Marketing Knowledge Hub and is maintained by Nina Patel. Outlines severity tiers, response SLAs, and cross-functional escalation paths.</a:t>
            </a:r>
          </a:p>
          <a:p>
            <a:pPr lvl="1"/>
            <a:r>
              <a:t>Three primary competitors are tracked across pricing, features, and market presence.</a:t>
            </a:r>
          </a:p>
          <a:p>
            <a:pPr lvl="1"/>
            <a:r>
              <a:t>Recommended positioning emphasizes real-time data freshness and integration breadth.</a:t>
            </a:r>
          </a:p>
          <a:p>
            <a:pPr lvl="1"/>
            <a:r>
              <a:t>Section 9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9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Cross-Functional Dependencies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10 (Cross-Functional Dependencies) applies to Competitive Intelligence within Sales &amp; Marketing Knowledge Hub and is maintained by Nina Patel. Documents upstream and downstream team dependencies and service-level commitments.</a:t>
            </a:r>
          </a:p>
          <a:p>
            <a:pPr lvl="1"/>
            <a:r>
              <a:t>Recommended positioning emphasizes real-time data freshness and integration breadth.</a:t>
            </a:r>
          </a:p>
          <a:p>
            <a:pPr lvl="1"/>
            <a:r>
              <a:t>Positioning brief is reviewed with sales leadership before each fiscal year planning cycle.</a:t>
            </a:r>
          </a:p>
          <a:p>
            <a:pPr lvl="1"/>
            <a:r>
              <a:t>Section 10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10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Continuous Improvement Roadmap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11 (Continuous Improvement Roadmap) applies to Competitive Intelligence within Sales &amp; Marketing Knowledge Hub and is maintained by Nina Patel. Schedules quarterly optimization milestones, automation targets, and capability reviews.</a:t>
            </a:r>
          </a:p>
          <a:p>
            <a:pPr lvl="1"/>
            <a:r>
              <a:t>Positioning brief is reviewed with sales leadership before each fiscal year planning cycle.</a:t>
            </a:r>
          </a:p>
          <a:p>
            <a:pPr lvl="1"/>
            <a:r>
              <a:t>Messaging updates from this brief flow into the brand and messaging guidelines.</a:t>
            </a:r>
          </a:p>
          <a:p>
            <a:pPr lvl="1"/>
            <a:r>
              <a:t>Section 11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11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Appendix, Lineage &amp; Sign-off - Market Positioning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 Section 12 (Appendix, Lineage &amp; Sign-off) applies to Competitive Intelligence within Sales &amp; Marketing Knowledge Hub and is maintained by Nina Patel. Records document lineage, governance metadata, version history, and owner sign-off.</a:t>
            </a:r>
          </a:p>
          <a:p>
            <a:pPr lvl="1"/>
            <a:r>
              <a:t>Messaging updates from this brief flow into the brand and messaging guidelines.</a:t>
            </a:r>
          </a:p>
          <a:p>
            <a:pPr lvl="1"/>
            <a:r>
              <a:t>Three primary competitors are tracked across pricing, features, and market presence.</a:t>
            </a:r>
          </a:p>
          <a:p>
            <a:pPr lvl="1"/>
            <a:r>
              <a:t>Section 12 review cadence is tracked by Nina Patel under Competitive Intelligence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Competitive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 Positioning Brief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Nina Patel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