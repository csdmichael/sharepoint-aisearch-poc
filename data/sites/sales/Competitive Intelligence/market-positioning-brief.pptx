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Market Positioning Brief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Sales &amp; Marketing Knowledge Hub | Competitive Intelligence</a:t>
            </a:r>
          </a:p>
          <a:p>
            <a:r>
              <a:t>Owner: Nina Patel  |  Last updated: October 30,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Summarizes the competitive landscape and recommended positioning statement for the current fiscal year.</a:t>
            </a:r>
          </a:p>
          <a:p>
            <a:pPr lvl="1"/>
            <a:r>
              <a:t>Three primary competitors are tracked across pricing, features, and market presence.</a:t>
            </a:r>
          </a:p>
          <a:p>
            <a:pPr lvl="1"/>
            <a:r>
              <a:t>Recommended positioning emphasizes real-time data freshness and integration breadth.</a:t>
            </a:r>
          </a:p>
          <a:p>
            <a:pPr lvl="1"/>
            <a:r>
              <a:t>Positioning brief is reviewed with sales leadership before each fiscal year planning cycle.</a:t>
            </a:r>
          </a:p>
          <a:p>
            <a:pPr lvl="1"/>
            <a:r>
              <a:t>Messaging updates from this brief flow into the brand and messaging guidelines.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