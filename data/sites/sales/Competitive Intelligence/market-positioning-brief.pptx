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Executive Summary &amp; Scope - Market Positioning Brief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Summarizes the competitive landscape and recommended positioning statement for the current fiscal year. Section 1 (Executive Summary &amp; Scope) applies to Competitive Intelligence within Sales &amp; Marketing Knowledge Hub and is maintained by Nina Patel. Defines the operational charter, scope boundaries, and executive accountability.</a:t>
            </a:r>
          </a:p>
          <a:p>
            <a:pPr lvl="1"/>
            <a:r>
              <a:t>Three primary competitors are tracked across pricing, features, and market presence.</a:t>
            </a:r>
          </a:p>
          <a:p>
            <a:pPr lvl="1"/>
            <a:r>
              <a:t>Recommended positioning emphasizes real-time data freshness and integration breadth.</a:t>
            </a:r>
          </a:p>
          <a:p>
            <a:pPr lvl="1"/>
            <a:r>
              <a:t>Section 1 review cadence is tracked by Nina Patel under Competitive Intelligence governance.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749039"/>
          <a:ext cx="566928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Control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Target SLA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Verification Status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Competitive Intelligence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Nina Patel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Verified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Market Positioning Brief Gate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Nina Patel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Active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Market Positioning Brief Gate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Nina Patel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Monitored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703320"/>
            <a:ext cx="512064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Architecture &amp; Process Flow - Market Positioning Brief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Summarizes the competitive landscape and recommended positioning statement for the current fiscal year. Section 2 (Architecture &amp; Process Flow) applies to Competitive Intelligence within Sales &amp; Marketing Knowledge Hub and is maintained by Nina Patel. Maps end-to-end process stages, handoff gates, and system-of-record integrations.</a:t>
            </a:r>
          </a:p>
          <a:p>
            <a:pPr lvl="1"/>
            <a:r>
              <a:t>Recommended positioning emphasizes real-time data freshness and integration breadth.</a:t>
            </a:r>
          </a:p>
          <a:p>
            <a:pPr lvl="1"/>
            <a:r>
              <a:t>Positioning brief is reviewed with sales leadership before each fiscal year planning cycle.</a:t>
            </a:r>
          </a:p>
          <a:p>
            <a:pPr lvl="1"/>
            <a:r>
              <a:t>Section 2 review cadence is tracked by Nina Patel under Competitive Intelligence governance.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749039"/>
          <a:ext cx="56692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Control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Target SLA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Verification Status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Competitive Intelligence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Nina Patel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Verified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Market Positioning Brief Gate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Nina Patel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Active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Market Positioning Brief Gate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Nina Patel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Monitored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Sec-2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Nina Patel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Stage 2 Verified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703320"/>
            <a:ext cx="512064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Governance Standards &amp; Controls - Market Positioning Brief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Summarizes the competitive landscape and recommended positioning statement for the current fiscal year. Section 3 (Governance Standards &amp; Controls) applies to Competitive Intelligence within Sales &amp; Marketing Knowledge Hub and is maintained by Nina Patel. Establishes mandatory compliance controls, approval thresholds, and audit evidence.</a:t>
            </a:r>
          </a:p>
          <a:p>
            <a:pPr lvl="1"/>
            <a:r>
              <a:t>Positioning brief is reviewed with sales leadership before each fiscal year planning cycle.</a:t>
            </a:r>
          </a:p>
          <a:p>
            <a:pPr lvl="1"/>
            <a:r>
              <a:t>Messaging updates from this brief flow into the brand and messaging guidelines.</a:t>
            </a:r>
          </a:p>
          <a:p>
            <a:pPr lvl="1"/>
            <a:r>
              <a:t>Section 3 review cadence is tracked by Nina Patel under Competitive Intelligence governance.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749039"/>
          <a:ext cx="56692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Control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Target SLA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Verification Status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Competitive Intelligence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Nina Patel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Verified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Market Positioning Brief Gate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Nina Patel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Active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Market Positioning Brief Gate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Nina Patel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Monitored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Sec-3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Nina Patel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Stage 3 Verified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703320"/>
            <a:ext cx="512064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Operational KPIs &amp; Benchmarks - Market Positioning Brief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Summarizes the competitive landscape and recommended positioning statement for the current fiscal year. Section 4 (Operational KPIs &amp; Benchmarks) applies to Competitive Intelligence within Sales &amp; Marketing Knowledge Hub and is maintained by Nina Patel. Tracks baseline performance, target SLAs, and quarterly benchmark progression.</a:t>
            </a:r>
          </a:p>
          <a:p>
            <a:pPr lvl="1"/>
            <a:r>
              <a:t>Messaging updates from this brief flow into the brand and messaging guidelines.</a:t>
            </a:r>
          </a:p>
          <a:p>
            <a:pPr lvl="1"/>
            <a:r>
              <a:t>Three primary competitors are tracked across pricing, features, and market presence.</a:t>
            </a:r>
          </a:p>
          <a:p>
            <a:pPr lvl="1"/>
            <a:r>
              <a:t>Section 4 review cadence is tracked by Nina Patel under Competitive Intelligence governance.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749039"/>
          <a:ext cx="56692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Control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Target SLA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Verification Status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Competitive Intelligence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Nina Patel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Verified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Market Positioning Brief Gate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Nina Patel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Active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Market Positioning Brief Gate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Nina Patel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Monitored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Sec-4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Nina Patel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Stage 4 Verified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703320"/>
            <a:ext cx="512064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Roles, Responsibilities &amp; RACI - Market Positioning Brief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Summarizes the competitive landscape and recommended positioning statement for the current fiscal year. Section 5 (Roles, Responsibilities &amp; RACI) applies to Competitive Intelligence within Sales &amp; Marketing Knowledge Hub and is maintained by Nina Patel. Clarifies ownership across accountable executives, operational leads, and reviewers.</a:t>
            </a:r>
          </a:p>
          <a:p>
            <a:pPr lvl="1"/>
            <a:r>
              <a:t>Three primary competitors are tracked across pricing, features, and market presence.</a:t>
            </a:r>
          </a:p>
          <a:p>
            <a:pPr lvl="1"/>
            <a:r>
              <a:t>Recommended positioning emphasizes real-time data freshness and integration breadth.</a:t>
            </a:r>
          </a:p>
          <a:p>
            <a:pPr lvl="1"/>
            <a:r>
              <a:t>Section 5 review cadence is tracked by Nina Patel under Competitive Intelligence governance.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749039"/>
          <a:ext cx="56692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Control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Target SLA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Verification Status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Competitive Intelligence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Nina Patel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Verified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Market Positioning Brief Gate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Nina Patel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Active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Market Positioning Brief Gate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Nina Patel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Monitored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Sec-5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Nina Patel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Stage 5 Verified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703320"/>
            <a:ext cx="512064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Appendix, Lineage &amp; Sign-off - Market Positioning Brief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Summarizes the competitive landscape and recommended positioning statement for the current fiscal year. Section 6 (Appendix, Lineage &amp; Sign-off) applies to Competitive Intelligence within Sales &amp; Marketing Knowledge Hub and is maintained by Nina Patel. Records document lineage, governance metadata, version history, and owner sign-off.</a:t>
            </a:r>
          </a:p>
          <a:p>
            <a:pPr lvl="1"/>
            <a:r>
              <a:t>Recommended positioning emphasizes real-time data freshness and integration breadth.</a:t>
            </a:r>
          </a:p>
          <a:p>
            <a:pPr lvl="1"/>
            <a:r>
              <a:t>Positioning brief is reviewed with sales leadership before each fiscal year planning cycle.</a:t>
            </a:r>
          </a:p>
          <a:p>
            <a:pPr lvl="1"/>
            <a:r>
              <a:t>Section 6 review cadence is tracked by Nina Patel under Competitive Intelligence governance.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749039"/>
          <a:ext cx="56692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Control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Target SLA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Verification Status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Competitive Intelligence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Nina Patel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Verified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Market Positioning Brief Gate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Nina Patel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Active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Market Positioning Brief Gate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Nina Patel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Monitored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Sec-6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Nina Patel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Stage 6 Verified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703320"/>
            <a:ext cx="512064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