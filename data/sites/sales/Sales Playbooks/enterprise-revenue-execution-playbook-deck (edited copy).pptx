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Executive Summary &amp; Scope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Reviewed for current governance cycle. Section 1 (Executive Summary &amp; Scope) applies to Sales Playbooks within Sales &amp; Marketing Knowledge Hub and is maintained by Rachel Kim. Defines the operational charter, scope boundaries, and executive accountability.</a:t>
            </a:r>
          </a:p>
          <a:p>
            <a:pPr lvl="1"/>
            <a:r>
              <a:t>Walks reps through executive value hypothesis and technical evaluation milestones.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Section 1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&amp; Process Flow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Reviewed for current governance cycle. Section 2 (Architecture &amp; Process Flow) applies to Sales Playbooks within Sales &amp; Marketing Knowledge Hub and is maintained by Rachel Kim. Maps end-to-end process stages, handoff gates, and system-of-record integrations.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Details discount approval tiers, multi-year ramp structures, and legal SLA paths.</a:t>
            </a:r>
          </a:p>
          <a:p>
            <a:pPr lvl="1"/>
            <a:r>
              <a:t>Section 2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2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Governance Standards &amp; Controls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Reviewed for current governance cycle. Section 3 (Governance Standards &amp; Controls) applies to Sales Playbooks within Sales &amp; Marketing Knowledge Hub and is maintained by Rachel Kim. Establishes mandatory compliance controls, approval thresholds, and audit evidence.</a:t>
            </a:r>
          </a:p>
          <a:p>
            <a:pPr lvl="1"/>
            <a:r>
              <a:t>Details discount approval tiers, multi-year ramp structures, and legal SLA paths.</a:t>
            </a:r>
          </a:p>
          <a:p>
            <a:pPr lvl="1"/>
            <a:r>
              <a:t>Provides stage-by-stage exit criteria from Discovery through Closed-Won.</a:t>
            </a:r>
          </a:p>
          <a:p>
            <a:pPr lvl="1"/>
            <a:r>
              <a:t>Section 3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3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Operational KPIs &amp; Benchmarks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Reviewed for current governance cycle. Section 4 (Operational KPIs &amp; Benchmarks) applies to Sales Playbooks within Sales &amp; Marketing Knowledge Hub and is maintained by Rachel Kim. Tracks baseline performance, target SLAs, and quarterly benchmark progression.</a:t>
            </a:r>
          </a:p>
          <a:p>
            <a:pPr lvl="1"/>
            <a:r>
              <a:t>Provides stage-by-stage exit criteria from Discovery through Closed-Won.</a:t>
            </a:r>
          </a:p>
          <a:p>
            <a:pPr lvl="1"/>
            <a:r>
              <a:t>Walks reps through executive value hypothesis and technical evaluation milestones.</a:t>
            </a:r>
          </a:p>
          <a:p>
            <a:pPr lvl="1"/>
            <a:r>
              <a:t>Section 4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4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Roles, Responsibilities &amp; RACI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Reviewed for current governance cycle. Section 5 (Roles, Responsibilities &amp; RACI) applies to Sales Playbooks within Sales &amp; Marketing Knowledge Hub and is maintained by Rachel Kim. Clarifies ownership across accountable executives, operational leads, and reviewers.</a:t>
            </a:r>
          </a:p>
          <a:p>
            <a:pPr lvl="1"/>
            <a:r>
              <a:t>Walks reps through executive value hypothesis and technical evaluation milestones.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Section 5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5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Standard Operating Procedures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Reviewed for current governance cycle. Section 6 (Standard Operating Procedures) applies to Sales Playbooks within Sales &amp; Marketing Knowledge Hub and is maintained by Rachel Kim. Provides step-by-step execution checklists, intake criteria, and verification gates.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Details discount approval tiers, multi-year ramp structures, and legal SLA paths.</a:t>
            </a:r>
          </a:p>
          <a:p>
            <a:pPr lvl="1"/>
            <a:r>
              <a:t>Section 6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6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Risk Register &amp; Mitigations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Reviewed for current governance cycle. Section 7 (Risk Register &amp; Mitigations) applies to Sales Playbooks within Sales &amp; Marketing Knowledge Hub and is maintained by Rachel Kim. Catalogs operational, compliance, and delivery risks alongside preventive mitigations.</a:t>
            </a:r>
          </a:p>
          <a:p>
            <a:pPr lvl="1"/>
            <a:r>
              <a:t>Details discount approval tiers, multi-year ramp structures, and legal SLA paths.</a:t>
            </a:r>
          </a:p>
          <a:p>
            <a:pPr lvl="1"/>
            <a:r>
              <a:t>Provides stage-by-stage exit criteria from Discovery through Closed-Won.</a:t>
            </a:r>
          </a:p>
          <a:p>
            <a:pPr lvl="1"/>
            <a:r>
              <a:t>Section 7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7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Quality Assurance &amp; Audits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Reviewed for current governance cycle. Section 8 (Quality Assurance &amp; Audits) applies to Sales Playbooks within Sales &amp; Marketing Knowledge Hub and is maintained by Rachel Kim. Specifies sampling frequencies, inspection tolerances, and nonconformance workflows.</a:t>
            </a:r>
          </a:p>
          <a:p>
            <a:pPr lvl="1"/>
            <a:r>
              <a:t>Provides stage-by-stage exit criteria from Discovery through Closed-Won.</a:t>
            </a:r>
          </a:p>
          <a:p>
            <a:pPr lvl="1"/>
            <a:r>
              <a:t>Walks reps through executive value hypothesis and technical evaluation milestones.</a:t>
            </a:r>
          </a:p>
          <a:p>
            <a:pPr lvl="1"/>
            <a:r>
              <a:t>Section 8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8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Exception Handling &amp; Escalations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Reviewed for current governance cycle. Section 9 (Exception Handling &amp; Escalations) applies to Sales Playbooks within Sales &amp; Marketing Knowledge Hub and is maintained by Rachel Kim. Outlines severity tiers, response SLAs, and cross-functional escalation paths.</a:t>
            </a:r>
          </a:p>
          <a:p>
            <a:pPr lvl="1"/>
            <a:r>
              <a:t>Walks reps through executive value hypothesis and technical evaluation milestones.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Section 9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9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Appendix, Lineage &amp; Sign-off - Enterprise Revenue Execution Playboo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enablement deck covering enterprise discovery, MEDDPICC qualification, competitive positioning against Northstar, and deal desk guardrails. Reviewed for current governance cycle. Section 10 (Appendix, Lineage &amp; Sign-off) applies to Sales Playbooks within Sales &amp; Marketing Knowledge Hub and is maintained by Rachel Kim. Records document lineage, governance metadata, version history, and owner sign-off.</a:t>
            </a:r>
          </a:p>
          <a:p>
            <a:pPr lvl="1"/>
            <a:r>
              <a:t>Contrasts real-time data freshness and TCO against legacy reporting competitors.</a:t>
            </a:r>
          </a:p>
          <a:p>
            <a:pPr lvl="1"/>
            <a:r>
              <a:t>Details discount approval tiers, multi-year ramp structures, and legal SLA paths.</a:t>
            </a:r>
          </a:p>
          <a:p>
            <a:pPr lvl="1"/>
            <a:r>
              <a:t>Section 10 review cadence is tracked by Rachel Kim under Sales Playbooks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Deal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Exit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Win Conversion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 Technical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POC Success Criteria 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 Commercial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Economic Buyer + Deal Desk Sign-off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Pain + Champion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10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