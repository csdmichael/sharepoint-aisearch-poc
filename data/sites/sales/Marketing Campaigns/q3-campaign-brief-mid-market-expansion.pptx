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&amp; Scope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1 (Executive Summary &amp; Scope) applies to Marketing Campaigns within Sales &amp; Marketing Knowledge Hub and is maintained by Sofia Alvarez. Defines the operational charter, scope boundaries, and executive accountability.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Section 1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Architecture &amp; Process Flow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2 (Architecture &amp; Process Flow) applies to Marketing Campaigns within Sales &amp; Marketing Knowledge Hub and is maintained by Sofia Alvarez. Maps end-to-end process stages, handoff gates, and system-of-record integrations.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Section 2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Governance Standards &amp; Controls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3 (Governance Standards &amp; Controls) applies to Marketing Campaigns within Sales &amp; Marketing Knowledge Hub and is maintained by Sofia Alvarez. Establishes mandatory compliance controls, approval thresholds, and audit evidence.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Success is measured by marketing qualified leads and pipeline influenced within 90 days.</a:t>
            </a:r>
          </a:p>
          <a:p>
            <a:pPr lvl="1"/>
            <a:r>
              <a:t>Section 3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3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Operational KPIs &amp; Benchmarks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4 (Operational KPIs &amp; Benchmarks) applies to Marketing Campaigns within Sales &amp; Marketing Knowledge Hub and is maintained by Sofia Alvarez. Tracks baseline performance, target SLAs, and quarterly benchmark progression.</a:t>
            </a:r>
          </a:p>
          <a:p>
            <a:pPr lvl="1"/>
            <a:r>
              <a:t>Success is measured by marketing qualified leads and pipeline influenced within 90 days.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Section 4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4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Roles, Responsibilities &amp; RACI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5 (Roles, Responsibilities &amp; RACI) applies to Marketing Campaigns within Sales &amp; Marketing Knowledge Hub and is maintained by Sofia Alvarez. Clarifies ownership across accountable executives, operational leads, and reviewers.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Section 5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5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Standard Operating Procedures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6 (Standard Operating Procedures) applies to Marketing Campaigns within Sales &amp; Marketing Knowledge Hub and is maintained by Sofia Alvarez. Provides step-by-step execution checklists, intake criteria, and verification gates.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Section 6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6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Risk Register &amp; Mitigations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7 (Risk Register &amp; Mitigations) applies to Marketing Campaigns within Sales &amp; Marketing Knowledge Hub and is maintained by Sofia Alvarez. Catalogs operational, compliance, and delivery risks alongside preventive mitigations.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Success is measured by marketing qualified leads and pipeline influenced within 90 days.</a:t>
            </a:r>
          </a:p>
          <a:p>
            <a:pPr lvl="1"/>
            <a:r>
              <a:t>Section 7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7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Quality Assurance &amp; Audits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8 (Quality Assurance &amp; Audits) applies to Marketing Campaigns within Sales &amp; Marketing Knowledge Hub and is maintained by Sofia Alvarez. Specifies sampling frequencies, inspection tolerances, and nonconformance workflows.</a:t>
            </a:r>
          </a:p>
          <a:p>
            <a:pPr lvl="1"/>
            <a:r>
              <a:t>Success is measured by marketing qualified leads and pipeline influenced within 90 days.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Section 8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8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Exception Handling &amp; Escalations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9 (Exception Handling &amp; Escalations) applies to Marketing Campaigns within Sales &amp; Marketing Knowledge Hub and is maintained by Sofia Alvarez. Outlines severity tiers, response SLAs, and cross-functional escalation paths.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Section 9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9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Cross-Functional Dependencies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10 (Cross-Functional Dependencies) applies to Marketing Campaigns within Sales &amp; Marketing Knowledge Hub and is maintained by Sofia Alvarez. Documents upstream and downstream team dependencies and service-level commitments.</a:t>
            </a:r>
          </a:p>
          <a:p>
            <a:pPr lvl="1"/>
            <a:r>
              <a:t>Messaging pillars are speed to value, total cost of ownership, and ease of integration.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Section 10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10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Continuous Improvement Roadmap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11 (Continuous Improvement Roadmap) applies to Marketing Campaigns within Sales &amp; Marketing Knowledge Hub and is maintained by Sofia Alvarez. Schedules quarterly optimization milestones, automation targets, and capability reviews.</a:t>
            </a:r>
          </a:p>
          <a:p>
            <a:pPr lvl="1"/>
            <a:r>
              <a:t>Channel mix includes paid search, targeted LinkedIn ads, and a webinar series.</a:t>
            </a:r>
          </a:p>
          <a:p>
            <a:pPr lvl="1"/>
            <a:r>
              <a:t>Success is measured by marketing qualified leads and pipeline influenced within 90 days.</a:t>
            </a:r>
          </a:p>
          <a:p>
            <a:pPr lvl="1"/>
            <a:r>
              <a:t>Section 11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11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Appendix, Lineage &amp; Sign-off - Q3 Campaign Brief - Mid-Market Expan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Campaign brief outlining the target segment, messaging pillars, and channel mix for the mid-market expansion push. Section 12 (Appendix, Lineage &amp; Sign-off) applies to Marketing Campaigns within Sales &amp; Marketing Knowledge Hub and is maintained by Sofia Alvarez. Records document lineage, governance metadata, version history, and owner sign-off.</a:t>
            </a:r>
          </a:p>
          <a:p>
            <a:pPr lvl="1"/>
            <a:r>
              <a:t>Success is measured by marketing qualified leads and pipeline influenced within 90 days.</a:t>
            </a:r>
          </a:p>
          <a:p>
            <a:pPr lvl="1"/>
            <a:r>
              <a:t>Target segment is mid-market companies with 200-2,000 employees in manufacturing and retail.</a:t>
            </a:r>
          </a:p>
          <a:p>
            <a:pPr lvl="1"/>
            <a:r>
              <a:t>Section 12 review cadence is tracked by Sofia Alvarez under Marketing Campaigns governance.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3749039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41732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Control Area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Owner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Target SLA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b="1" sz="1100"/>
                      </a:pPr>
                      <a:r>
                        <a:t>Verification Status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Marketing Campaigns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Verified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Active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Q3 Campaign Brief - Mid-Mark Gate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Monitored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Sec-12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Sofia Alvarez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 business days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Stage 12 Verified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703320"/>
            <a:ext cx="512064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