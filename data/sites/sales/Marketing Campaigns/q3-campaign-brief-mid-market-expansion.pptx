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Q3 Campaign Brief - Mid-Market Expansion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Sales &amp; Marketing Knowledge Hub | Marketing Campaigns</a:t>
            </a:r>
          </a:p>
          <a:p>
            <a:r>
              <a:t>Owner: Sofia Alvarez  |  Last updated: October 30,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Campaign brief outlining the target segment, messaging pillars, and channel mix for the mid-market expansion push.</a:t>
            </a:r>
          </a:p>
          <a:p>
            <a:pPr lvl="1"/>
            <a:r>
              <a:t>Target segment is mid-market companies with 200-2,000 employees in manufacturing and retail.</a:t>
            </a:r>
          </a:p>
          <a:p>
            <a:pPr lvl="1"/>
            <a:r>
              <a:t>Messaging pillars are speed to value, total cost of ownership, and ease of integration.</a:t>
            </a:r>
          </a:p>
          <a:p>
            <a:pPr lvl="1"/>
            <a:r>
              <a:t>Channel mix includes paid search, targeted LinkedIn ads, and a webinar series.</a:t>
            </a:r>
          </a:p>
          <a:p>
            <a:pPr lvl="1"/>
            <a:r>
              <a:t>Success is measured by marketing qualified leads and pipeline influenced within 90 days.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Target MQLs: 450</a:t>
            </a:r>
          </a:p>
          <a:p>
            <a:r>
              <a:t>Budget: $180,000</a:t>
            </a:r>
          </a:p>
          <a:p>
            <a:r>
              <a:t>Duration: Q3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