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1 (Executive Summary &amp; Scope) applies to Marketing Campaigns within Sales &amp; Marketing Knowledge Hub and is maintained by Sofia Alvarez. Defines the operational charter, scope boundaries, and executive accountability.</a:t>
            </a:r>
          </a:p>
          <a:p>
            <a:pPr lvl="1"/>
            <a:r>
              <a:t>Target segment is mid-market companies with 200-2,000 employees in manufacturing and retail.</a:t>
            </a:r>
          </a:p>
          <a:p>
            <a:pPr lvl="1"/>
            <a:r>
              <a:t>Messaging pillars are speed to value, total cost of ownership, and ease of integration.</a:t>
            </a:r>
          </a:p>
          <a:p>
            <a:pPr lvl="1"/>
            <a:r>
              <a:t>Section 1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2 (Architecture &amp; Process Flow) applies to Marketing Campaigns within Sales &amp; Marketing Knowledge Hub and is maintained by Sofia Alvarez. Maps end-to-end process stages, handoff gates, and system-of-record integrations.</a:t>
            </a:r>
          </a:p>
          <a:p>
            <a:pPr lvl="1"/>
            <a:r>
              <a:t>Messaging pillars are speed to value, total cost of ownership, and ease of integration.</a:t>
            </a:r>
          </a:p>
          <a:p>
            <a:pPr lvl="1"/>
            <a:r>
              <a:t>Channel mix includes paid search, targeted LinkedIn ads, and a webinar series.</a:t>
            </a:r>
          </a:p>
          <a:p>
            <a:pPr lvl="1"/>
            <a:r>
              <a:t>Section 2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3 (Governance Standards &amp; Controls) applies to Marketing Campaigns within Sales &amp; Marketing Knowledge Hub and is maintained by Sofia Alvarez. Establishes mandatory compliance controls, approval thresholds, and audit evidence.</a:t>
            </a:r>
          </a:p>
          <a:p>
            <a:pPr lvl="1"/>
            <a:r>
              <a:t>Channel mix includes paid search, targeted LinkedIn ads, and a webinar series.</a:t>
            </a:r>
          </a:p>
          <a:p>
            <a:pPr lvl="1"/>
            <a:r>
              <a:t>Success is measured by marketing qualified leads and pipeline influenced within 90 days.</a:t>
            </a:r>
          </a:p>
          <a:p>
            <a:pPr lvl="1"/>
            <a:r>
              <a:t>Section 3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4 (Operational KPIs &amp; Benchmarks) applies to Marketing Campaigns within Sales &amp; Marketing Knowledge Hub and is maintained by Sofia Alvarez. Tracks baseline performance, target SLAs, and quarterly benchmark progression.</a:t>
            </a:r>
          </a:p>
          <a:p>
            <a:pPr lvl="1"/>
            <a:r>
              <a:t>Success is measured by marketing qualified leads and pipeline influenced within 90 days.</a:t>
            </a:r>
          </a:p>
          <a:p>
            <a:pPr lvl="1"/>
            <a:r>
              <a:t>Target segment is mid-market companies with 200-2,000 employees in manufacturing and retail.</a:t>
            </a:r>
          </a:p>
          <a:p>
            <a:pPr lvl="1"/>
            <a:r>
              <a:t>Section 4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5 (Roles, Responsibilities &amp; RACI) applies to Marketing Campaigns within Sales &amp; Marketing Knowledge Hub and is maintained by Sofia Alvarez. Clarifies ownership across accountable executives, operational leads, and reviewers.</a:t>
            </a:r>
          </a:p>
          <a:p>
            <a:pPr lvl="1"/>
            <a:r>
              <a:t>Target segment is mid-market companies with 200-2,000 employees in manufacturing and retail.</a:t>
            </a:r>
          </a:p>
          <a:p>
            <a:pPr lvl="1"/>
            <a:r>
              <a:t>Messaging pillars are speed to value, total cost of ownership, and ease of integration.</a:t>
            </a:r>
          </a:p>
          <a:p>
            <a:pPr lvl="1"/>
            <a:r>
              <a:t>Section 5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Standard Operating Procedures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6 (Standard Operating Procedures) applies to Marketing Campaigns within Sales &amp; Marketing Knowledge Hub and is maintained by Sofia Alvarez. Provides step-by-step execution checklists, intake criteria, and verification gates.</a:t>
            </a:r>
          </a:p>
          <a:p>
            <a:pPr lvl="1"/>
            <a:r>
              <a:t>Messaging pillars are speed to value, total cost of ownership, and ease of integration.</a:t>
            </a:r>
          </a:p>
          <a:p>
            <a:pPr lvl="1"/>
            <a:r>
              <a:t>Channel mix includes paid search, targeted LinkedIn ads, and a webinar series.</a:t>
            </a:r>
          </a:p>
          <a:p>
            <a:pPr lvl="1"/>
            <a:r>
              <a:t>Section 6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Appendix, Lineage &amp; Sign-off - Q3 Campaign Brief - Mid-Market Expan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brief outlining the target segment, messaging pillars, and channel mix for the mid-market expansion push. Section 7 (Appendix, Lineage &amp; Sign-off) applies to Marketing Campaigns within Sales &amp; Marketing Knowledge Hub and is maintained by Sofia Alvarez. Records document lineage, governance metadata, version history, and owner sign-off.</a:t>
            </a:r>
          </a:p>
          <a:p>
            <a:pPr lvl="1"/>
            <a:r>
              <a:t>Channel mix includes paid search, targeted LinkedIn ads, and a webinar series.</a:t>
            </a:r>
          </a:p>
          <a:p>
            <a:pPr lvl="1"/>
            <a:r>
              <a:t>Success is measured by marketing qualified leads and pipeline influenced within 90 days.</a:t>
            </a:r>
          </a:p>
          <a:p>
            <a:pPr lvl="1"/>
            <a:r>
              <a:t>Section 7 review cadence is tracked by Sofia Alvarez under Marketing Campaigns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Marketing 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Q3 Campaign Brief - Mid-Mark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Sofia Alvarez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7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