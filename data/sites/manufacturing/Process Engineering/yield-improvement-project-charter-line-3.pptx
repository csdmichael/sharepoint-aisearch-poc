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Executive Summary &amp; Scope - Yield Improvement Project Charter -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charter kicking off a yield improvement initiative targeting the top three defect categories on Line 3. Section 1 (Executive Summary &amp; Scope) applies to Process Engineering within Manufacturing Knowledge Hub and is maintained by Carlos Ibarra. Defines the operational charter, scope boundaries, and executive accountability.</a:t>
            </a:r>
          </a:p>
          <a:p>
            <a:pPr lvl="1"/>
            <a:r>
              <a:t>Baseline first-pass yield is 91.4%, target is 95% within two quarters.</a:t>
            </a:r>
          </a:p>
          <a:p>
            <a:pPr lvl="1"/>
            <a:r>
              <a:t>Top defect categories are seal leaks, label misalignment, and torque out-of-spec.</a:t>
            </a:r>
          </a:p>
          <a:p>
            <a:pPr lvl="1"/>
            <a:r>
              <a:t>Section 1 review cadence is tracked by Carlos Ibarra under Process Engineering governance.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749039"/>
          <a:ext cx="566928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Control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Target SLA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Verification Status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Process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Carlos Ibarra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Verified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Yield Improvement Project Ch Gate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Carlos Ibarra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Active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Yield Improvement Project Ch Gate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Carlos Ibarra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Monitored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703320"/>
            <a:ext cx="512064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Architecture &amp; Process Flow - Yield Improvement Project Charter -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charter kicking off a yield improvement initiative targeting the top three defect categories on Line 3. Section 2 (Architecture &amp; Process Flow) applies to Process Engineering within Manufacturing Knowledge Hub and is maintained by Carlos Ibarra. Maps end-to-end process stages, handoff gates, and system-of-record integrations.</a:t>
            </a:r>
          </a:p>
          <a:p>
            <a:pPr lvl="1"/>
            <a:r>
              <a:t>Top defect categories are seal leaks, label misalignment, and torque out-of-spec.</a:t>
            </a:r>
          </a:p>
          <a:p>
            <a:pPr lvl="1"/>
            <a:r>
              <a:t>Cross-functional team includes quality, process engineering, and production supervisors.</a:t>
            </a:r>
          </a:p>
          <a:p>
            <a:pPr lvl="1"/>
            <a:r>
              <a:t>Section 2 review cadence is tracked by Carlos Ibarra under Process Engineering governance.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749039"/>
          <a:ext cx="56692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Control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Target SLA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Verification Status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Process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Carlos Ibarra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Verified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Yield Improvement Project Ch Gate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Carlos Ibarra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Active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Yield Improvement Project Ch Gate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Carlos Ibarra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Monitored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Sec-2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Carlos Ibarra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Stage 2 Verified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703320"/>
            <a:ext cx="512064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Governance Standards &amp; Controls - Yield Improvement Project Charter -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charter kicking off a yield improvement initiative targeting the top three defect categories on Line 3. Section 3 (Governance Standards &amp; Controls) applies to Process Engineering within Manufacturing Knowledge Hub and is maintained by Carlos Ibarra. Establishes mandatory compliance controls, approval thresholds, and audit evidence.</a:t>
            </a:r>
          </a:p>
          <a:p>
            <a:pPr lvl="1"/>
            <a:r>
              <a:t>Cross-functional team includes quality, process engineering, and production supervisors.</a:t>
            </a:r>
          </a:p>
          <a:p>
            <a:pPr lvl="1"/>
            <a:r>
              <a:t>Weekly tollgate reviews track progress against the yield improvement roadmap.</a:t>
            </a:r>
          </a:p>
          <a:p>
            <a:pPr lvl="1"/>
            <a:r>
              <a:t>Section 3 review cadence is tracked by Carlos Ibarra under Process Engineering governance.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749039"/>
          <a:ext cx="56692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Control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Target SLA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Verification Status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Process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Carlos Ibarra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Verified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Yield Improvement Project Ch Gate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Carlos Ibarra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Active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Yield Improvement Project Ch Gate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Carlos Ibarra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Monitored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Sec-3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Carlos Ibarra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Stage 3 Verified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703320"/>
            <a:ext cx="512064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Operational KPIs &amp; Benchmarks - Yield Improvement Project Charter -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charter kicking off a yield improvement initiative targeting the top three defect categories on Line 3. Section 4 (Operational KPIs &amp; Benchmarks) applies to Process Engineering within Manufacturing Knowledge Hub and is maintained by Carlos Ibarra. Tracks baseline performance, target SLAs, and quarterly benchmark progression.</a:t>
            </a:r>
          </a:p>
          <a:p>
            <a:pPr lvl="1"/>
            <a:r>
              <a:t>Weekly tollgate reviews track progress against the yield improvement roadmap.</a:t>
            </a:r>
          </a:p>
          <a:p>
            <a:pPr lvl="1"/>
            <a:r>
              <a:t>Baseline first-pass yield is 91.4%, target is 95% within two quarters.</a:t>
            </a:r>
          </a:p>
          <a:p>
            <a:pPr lvl="1"/>
            <a:r>
              <a:t>Section 4 review cadence is tracked by Carlos Ibarra under Process Engineering governance.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749039"/>
          <a:ext cx="56692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Control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Target SLA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Verification Status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Process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Carlos Ibarra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Verified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Yield Improvement Project Ch Gate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Carlos Ibarra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Active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Yield Improvement Project Ch Gate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Carlos Ibarra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Monitored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Sec-4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Carlos Ibarra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Stage 4 Verified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703320"/>
            <a:ext cx="512064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Roles, Responsibilities &amp; RACI - Yield Improvement Project Charter -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charter kicking off a yield improvement initiative targeting the top three defect categories on Line 3. Section 5 (Roles, Responsibilities &amp; RACI) applies to Process Engineering within Manufacturing Knowledge Hub and is maintained by Carlos Ibarra. Clarifies ownership across accountable executives, operational leads, and reviewers.</a:t>
            </a:r>
          </a:p>
          <a:p>
            <a:pPr lvl="1"/>
            <a:r>
              <a:t>Baseline first-pass yield is 91.4%, target is 95% within two quarters.</a:t>
            </a:r>
          </a:p>
          <a:p>
            <a:pPr lvl="1"/>
            <a:r>
              <a:t>Top defect categories are seal leaks, label misalignment, and torque out-of-spec.</a:t>
            </a:r>
          </a:p>
          <a:p>
            <a:pPr lvl="1"/>
            <a:r>
              <a:t>Section 5 review cadence is tracked by Carlos Ibarra under Process Engineering governance.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749039"/>
          <a:ext cx="56692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Control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Target SLA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Verification Status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Process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Carlos Ibarra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Verified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Yield Improvement Project Ch Gate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Carlos Ibarra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Active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Yield Improvement Project Ch Gate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Carlos Ibarra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Monitored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Sec-5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Carlos Ibarra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Stage 5 Verified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703320"/>
            <a:ext cx="512064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Standard Operating Procedures - Yield Improvement Project Charter -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charter kicking off a yield improvement initiative targeting the top three defect categories on Line 3. Section 6 (Standard Operating Procedures) applies to Process Engineering within Manufacturing Knowledge Hub and is maintained by Carlos Ibarra. Provides step-by-step execution checklists, intake criteria, and verification gates.</a:t>
            </a:r>
          </a:p>
          <a:p>
            <a:pPr lvl="1"/>
            <a:r>
              <a:t>Top defect categories are seal leaks, label misalignment, and torque out-of-spec.</a:t>
            </a:r>
          </a:p>
          <a:p>
            <a:pPr lvl="1"/>
            <a:r>
              <a:t>Cross-functional team includes quality, process engineering, and production supervisors.</a:t>
            </a:r>
          </a:p>
          <a:p>
            <a:pPr lvl="1"/>
            <a:r>
              <a:t>Section 6 review cadence is tracked by Carlos Ibarra under Process Engineering governance.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749039"/>
          <a:ext cx="56692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Control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Target SLA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Verification Status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Process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Carlos Ibarra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Verified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Yield Improvement Project Ch Gate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Carlos Ibarra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Active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Yield Improvement Project Ch Gate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Carlos Ibarra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Monitored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Sec-6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Carlos Ibarra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Stage 6 Verified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703320"/>
            <a:ext cx="512064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Risk Register &amp; Mitigations - Yield Improvement Project Charter -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charter kicking off a yield improvement initiative targeting the top three defect categories on Line 3. Section 7 (Risk Register &amp; Mitigations) applies to Process Engineering within Manufacturing Knowledge Hub and is maintained by Carlos Ibarra. Catalogs operational, compliance, and delivery risks alongside preventive mitigations.</a:t>
            </a:r>
          </a:p>
          <a:p>
            <a:pPr lvl="1"/>
            <a:r>
              <a:t>Cross-functional team includes quality, process engineering, and production supervisors.</a:t>
            </a:r>
          </a:p>
          <a:p>
            <a:pPr lvl="1"/>
            <a:r>
              <a:t>Weekly tollgate reviews track progress against the yield improvement roadmap.</a:t>
            </a:r>
          </a:p>
          <a:p>
            <a:pPr lvl="1"/>
            <a:r>
              <a:t>Section 7 review cadence is tracked by Carlos Ibarra under Process Engineering governance.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749039"/>
          <a:ext cx="56692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Control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Target SLA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Verification Status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Process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Carlos Ibarra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Verified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Yield Improvement Project Ch Gate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Carlos Ibarra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Active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Yield Improvement Project Ch Gate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Carlos Ibarra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Monitored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Sec-7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Carlos Ibarra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Stage 7 Verified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703320"/>
            <a:ext cx="512064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Quality Assurance &amp; Audits - Yield Improvement Project Charter -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charter kicking off a yield improvement initiative targeting the top three defect categories on Line 3. Section 8 (Quality Assurance &amp; Audits) applies to Process Engineering within Manufacturing Knowledge Hub and is maintained by Carlos Ibarra. Specifies sampling frequencies, inspection tolerances, and nonconformance workflows.</a:t>
            </a:r>
          </a:p>
          <a:p>
            <a:pPr lvl="1"/>
            <a:r>
              <a:t>Weekly tollgate reviews track progress against the yield improvement roadmap.</a:t>
            </a:r>
          </a:p>
          <a:p>
            <a:pPr lvl="1"/>
            <a:r>
              <a:t>Baseline first-pass yield is 91.4%, target is 95% within two quarters.</a:t>
            </a:r>
          </a:p>
          <a:p>
            <a:pPr lvl="1"/>
            <a:r>
              <a:t>Section 8 review cadence is tracked by Carlos Ibarra under Process Engineering governance.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749039"/>
          <a:ext cx="56692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Control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Target SLA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Verification Status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Process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Carlos Ibarra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Verified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Yield Improvement Project Ch Gate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Carlos Ibarra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Active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Yield Improvement Project Ch Gate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Carlos Ibarra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Monitored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Sec-8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Carlos Ibarra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Stage 8 Verified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703320"/>
            <a:ext cx="512064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Exception Handling &amp; Escalations - Yield Improvement Project Charter -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charter kicking off a yield improvement initiative targeting the top three defect categories on Line 3. Section 9 (Exception Handling &amp; Escalations) applies to Process Engineering within Manufacturing Knowledge Hub and is maintained by Carlos Ibarra. Outlines severity tiers, response SLAs, and cross-functional escalation paths.</a:t>
            </a:r>
          </a:p>
          <a:p>
            <a:pPr lvl="1"/>
            <a:r>
              <a:t>Baseline first-pass yield is 91.4%, target is 95% within two quarters.</a:t>
            </a:r>
          </a:p>
          <a:p>
            <a:pPr lvl="1"/>
            <a:r>
              <a:t>Top defect categories are seal leaks, label misalignment, and torque out-of-spec.</a:t>
            </a:r>
          </a:p>
          <a:p>
            <a:pPr lvl="1"/>
            <a:r>
              <a:t>Section 9 review cadence is tracked by Carlos Ibarra under Process Engineering governance.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749039"/>
          <a:ext cx="56692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Control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Target SLA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Verification Status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Process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Carlos Ibarra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Verified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Yield Improvement Project Ch Gate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Carlos Ibarra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Active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Yield Improvement Project Ch Gate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Carlos Ibarra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Monitored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Sec-9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Carlos Ibarra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Stage 9 Verified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703320"/>
            <a:ext cx="512064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Cross-Functional Dependencies - Yield Improvement Project Charter -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charter kicking off a yield improvement initiative targeting the top three defect categories on Line 3. Section 10 (Cross-Functional Dependencies) applies to Process Engineering within Manufacturing Knowledge Hub and is maintained by Carlos Ibarra. Documents upstream and downstream team dependencies and service-level commitments.</a:t>
            </a:r>
          </a:p>
          <a:p>
            <a:pPr lvl="1"/>
            <a:r>
              <a:t>Top defect categories are seal leaks, label misalignment, and torque out-of-spec.</a:t>
            </a:r>
          </a:p>
          <a:p>
            <a:pPr lvl="1"/>
            <a:r>
              <a:t>Cross-functional team includes quality, process engineering, and production supervisors.</a:t>
            </a:r>
          </a:p>
          <a:p>
            <a:pPr lvl="1"/>
            <a:r>
              <a:t>Section 10 review cadence is tracked by Carlos Ibarra under Process Engineering governance.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749039"/>
          <a:ext cx="56692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Control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Target SLA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Verification Status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Process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Carlos Ibarra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Verified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Yield Improvement Project Ch Gate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Carlos Ibarra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Active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Yield Improvement Project Ch Gate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Carlos Ibarra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Monitored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Sec-10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Carlos Ibarra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Stage 10 Verified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703320"/>
            <a:ext cx="512064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Appendix, Lineage &amp; Sign-off - Yield Improvement Project Charter -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charter kicking off a yield improvement initiative targeting the top three defect categories on Line 3. Section 11 (Appendix, Lineage &amp; Sign-off) applies to Process Engineering within Manufacturing Knowledge Hub and is maintained by Carlos Ibarra. Records document lineage, governance metadata, version history, and owner sign-off.</a:t>
            </a:r>
          </a:p>
          <a:p>
            <a:pPr lvl="1"/>
            <a:r>
              <a:t>Cross-functional team includes quality, process engineering, and production supervisors.</a:t>
            </a:r>
          </a:p>
          <a:p>
            <a:pPr lvl="1"/>
            <a:r>
              <a:t>Weekly tollgate reviews track progress against the yield improvement roadmap.</a:t>
            </a:r>
          </a:p>
          <a:p>
            <a:pPr lvl="1"/>
            <a:r>
              <a:t>Section 11 review cadence is tracked by Carlos Ibarra under Process Engineering governance.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749039"/>
          <a:ext cx="56692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Control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Target SLA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Verification Status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Process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Carlos Ibarra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Verified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Yield Improvement Project Ch Gate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Carlos Ibarra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Active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Yield Improvement Project Ch Gate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Carlos Ibarra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Monitored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Sec-11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Carlos Ibarra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Stage 11 Verified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703320"/>
            <a:ext cx="512064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