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Yield Improvement Project Charter - Line 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Manufacturing Knowledge Hub | Process Engineering</a:t>
            </a:r>
          </a:p>
          <a:p>
            <a:r>
              <a:t>Owner: Carlos Ibarra  |  Last updated: October 30,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Project charter kicking off a yield improvement initiative targeting the top three defect categories on Line 3.</a:t>
            </a:r>
          </a:p>
          <a:p>
            <a:pPr lvl="1"/>
            <a:r>
              <a:t>Baseline first-pass yield is 91.4%, target is 95% within two quarters.</a:t>
            </a:r>
          </a:p>
          <a:p>
            <a:pPr lvl="1"/>
            <a:r>
              <a:t>Top defect categories are seal leaks, label misalignment, and torque out-of-spec.</a:t>
            </a:r>
          </a:p>
          <a:p>
            <a:pPr lvl="1"/>
            <a:r>
              <a:t>Cross-functional team includes quality, process engineering, and production supervisors.</a:t>
            </a:r>
          </a:p>
          <a:p>
            <a:pPr lvl="1"/>
            <a:r>
              <a:t>Weekly tollgate reviews track progress against the yield improvement roadmap.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Baseline yield: 91.4%</a:t>
            </a:r>
          </a:p>
          <a:p>
            <a:r>
              <a:t>Target yield: 95.0%</a:t>
            </a:r>
          </a:p>
          <a:p>
            <a:r>
              <a:t>Timeline: 2 quarters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