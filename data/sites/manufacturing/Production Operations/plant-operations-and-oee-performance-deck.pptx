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Executive Summary &amp; Scope - Plant Operations and OEE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Twelve-slide operational review covering line availability, changeover reduction, preventive maintenance compliance, and EHS safety indicators. Section 1 (Executive Summary &amp; Scope) applies to Production Operations within Manufacturing Knowledge Hub and is maintained by Theo Marsh. Defines the operational charter, scope boundaries, and executive accountability.</a:t>
            </a:r>
          </a:p>
          <a:p>
            <a:pPr lvl="1"/>
            <a:r>
              <a:t>Breaks down OEE into availability, performance, and quality across all shifts.</a:t>
            </a:r>
          </a:p>
          <a:p>
            <a:pPr lvl="1"/>
            <a:r>
              <a:t>Documents SMED changeover time reduction from 35 minutes to 22 minutes on Line 1.</a:t>
            </a:r>
          </a:p>
          <a:p>
            <a:pPr lvl="1"/>
            <a:r>
              <a:t>Section 1 review cadence is tracked by Theo Marsh under Production Operations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OEE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Changeover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PM Compliance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 A (Day)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 B (Swing)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95%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 C (Night)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92%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Architecture &amp; Process Flow - Plant Operations and OEE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Twelve-slide operational review covering line availability, changeover reduction, preventive maintenance compliance, and EHS safety indicators. Section 2 (Architecture &amp; Process Flow) applies to Production Operations within Manufacturing Knowledge Hub and is maintained by Theo Marsh. Maps end-to-end process stages, handoff gates, and system-of-record integrations.</a:t>
            </a:r>
          </a:p>
          <a:p>
            <a:pPr lvl="1"/>
            <a:r>
              <a:t>Documents SMED changeover time reduction from 35 minutes to 22 minutes on Line 1.</a:t>
            </a:r>
          </a:p>
          <a:p>
            <a:pPr lvl="1"/>
            <a:r>
              <a:t>Reviews weekly preventive maintenance completion and unplanned downtime root causes.</a:t>
            </a:r>
          </a:p>
          <a:p>
            <a:pPr lvl="1"/>
            <a:r>
              <a:t>Section 2 review cadence is tracked by Theo Marsh under Production Operations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OEE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Changeover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PM Compliance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 A (Day)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 B (Swing)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95%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 C (Night)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92%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2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Governance Standards &amp; Controls - Plant Operations and OEE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Twelve-slide operational review covering line availability, changeover reduction, preventive maintenance compliance, and EHS safety indicators. Section 3 (Governance Standards &amp; Controls) applies to Production Operations within Manufacturing Knowledge Hub and is maintained by Theo Marsh. Establishes mandatory compliance controls, approval thresholds, and audit evidence.</a:t>
            </a:r>
          </a:p>
          <a:p>
            <a:pPr lvl="1"/>
            <a:r>
              <a:t>Reviews weekly preventive maintenance completion and unplanned downtime root causes.</a:t>
            </a:r>
          </a:p>
          <a:p>
            <a:pPr lvl="1"/>
            <a:r>
              <a:t>Tracks near-miss safety closure rates and pedestrian aisle sightline improvements.</a:t>
            </a:r>
          </a:p>
          <a:p>
            <a:pPr lvl="1"/>
            <a:r>
              <a:t>Section 3 review cadence is tracked by Theo Marsh under Production Operations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OEE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Changeover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PM Compliance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 A (Day)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 B (Swing)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95%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 C (Night)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92%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3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Operational KPIs &amp; Benchmarks - Plant Operations and OEE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Twelve-slide operational review covering line availability, changeover reduction, preventive maintenance compliance, and EHS safety indicators. Section 4 (Operational KPIs &amp; Benchmarks) applies to Production Operations within Manufacturing Knowledge Hub and is maintained by Theo Marsh. Tracks baseline performance, target SLAs, and quarterly benchmark progression.</a:t>
            </a:r>
          </a:p>
          <a:p>
            <a:pPr lvl="1"/>
            <a:r>
              <a:t>Tracks near-miss safety closure rates and pedestrian aisle sightline improvements.</a:t>
            </a:r>
          </a:p>
          <a:p>
            <a:pPr lvl="1"/>
            <a:r>
              <a:t>Breaks down OEE into availability, performance, and quality across all shifts.</a:t>
            </a:r>
          </a:p>
          <a:p>
            <a:pPr lvl="1"/>
            <a:r>
              <a:t>Section 4 review cadence is tracked by Theo Marsh under Production Operations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OEE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Changeover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PM Compliance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 A (Day)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 B (Swing)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95%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 C (Night)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92%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4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Roles, Responsibilities &amp; RACI - Plant Operations and OEE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Twelve-slide operational review covering line availability, changeover reduction, preventive maintenance compliance, and EHS safety indicators. Section 5 (Roles, Responsibilities &amp; RACI) applies to Production Operations within Manufacturing Knowledge Hub and is maintained by Theo Marsh. Clarifies ownership across accountable executives, operational leads, and reviewers.</a:t>
            </a:r>
          </a:p>
          <a:p>
            <a:pPr lvl="1"/>
            <a:r>
              <a:t>Breaks down OEE into availability, performance, and quality across all shifts.</a:t>
            </a:r>
          </a:p>
          <a:p>
            <a:pPr lvl="1"/>
            <a:r>
              <a:t>Documents SMED changeover time reduction from 35 minutes to 22 minutes on Line 1.</a:t>
            </a:r>
          </a:p>
          <a:p>
            <a:pPr lvl="1"/>
            <a:r>
              <a:t>Section 5 review cadence is tracked by Theo Marsh under Production Operations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OEE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Changeover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PM Compliance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 A (Day)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 B (Swing)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95%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 C (Night)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92%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5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Standard Operating Procedures - Plant Operations and OEE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Twelve-slide operational review covering line availability, changeover reduction, preventive maintenance compliance, and EHS safety indicators. Section 6 (Standard Operating Procedures) applies to Production Operations within Manufacturing Knowledge Hub and is maintained by Theo Marsh. Provides step-by-step execution checklists, intake criteria, and verification gates.</a:t>
            </a:r>
          </a:p>
          <a:p>
            <a:pPr lvl="1"/>
            <a:r>
              <a:t>Documents SMED changeover time reduction from 35 minutes to 22 minutes on Line 1.</a:t>
            </a:r>
          </a:p>
          <a:p>
            <a:pPr lvl="1"/>
            <a:r>
              <a:t>Reviews weekly preventive maintenance completion and unplanned downtime root causes.</a:t>
            </a:r>
          </a:p>
          <a:p>
            <a:pPr lvl="1"/>
            <a:r>
              <a:t>Section 6 review cadence is tracked by Theo Marsh under Production Operations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OEE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Changeover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PM Compliance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 A (Day)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 B (Swing)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95%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 C (Night)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92%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6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Appendix, Lineage &amp; Sign-off - Plant Operations and OEE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Twelve-slide operational review covering line availability, changeover reduction, preventive maintenance compliance, and EHS safety indicators. Section 7 (Appendix, Lineage &amp; Sign-off) applies to Production Operations within Manufacturing Knowledge Hub and is maintained by Theo Marsh. Records document lineage, governance metadata, version history, and owner sign-off.</a:t>
            </a:r>
          </a:p>
          <a:p>
            <a:pPr lvl="1"/>
            <a:r>
              <a:t>Reviews weekly preventive maintenance completion and unplanned downtime root causes.</a:t>
            </a:r>
          </a:p>
          <a:p>
            <a:pPr lvl="1"/>
            <a:r>
              <a:t>Tracks near-miss safety closure rates and pedestrian aisle sightline improvements.</a:t>
            </a:r>
          </a:p>
          <a:p>
            <a:pPr lvl="1"/>
            <a:r>
              <a:t>Section 7 review cadence is tracked by Theo Marsh under Production Operations governance.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749039"/>
          <a:ext cx="56692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Shift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OEE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Changeover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PM Compliance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 A (Day)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98%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 B (Swing)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23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95%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 C (Night)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92%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21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Stage 7 Verified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12064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