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&amp; Scope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1 (Executive Summary &amp; Scope) applies to Quality Assurance within Manufacturing Knowledge Hub and is maintained by Linda Park. Defines the operational charter, scope boundaries, and executive accountability.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Section 1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&amp; Process Flow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2 (Architecture &amp; Process Flow) applies to Quality Assurance within Manufacturing Knowledge Hub and is maintained by Linda Park. Maps end-to-end process stages, handoff gates, and system-of-record integrations.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Section 2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Governance Standards &amp; Controls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3 (Governance Standards &amp; Controls) applies to Quality Assurance within Manufacturing Knowledge Hub and is maintained by Linda Park. Establishes mandatory compliance controls, approval thresholds, and audit evidence.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Outlines zero-defect containment gates for incoming fastener and bracket lots.</a:t>
            </a:r>
          </a:p>
          <a:p>
            <a:pPr lvl="1"/>
            <a:r>
              <a:t>Section 3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3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Operational KPIs &amp; Benchmarks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4 (Operational KPIs &amp; Benchmarks) applies to Quality Assurance within Manufacturing Knowledge Hub and is maintained by Linda Park. Tracks baseline performance, target SLAs, and quarterly benchmark progression.</a:t>
            </a:r>
          </a:p>
          <a:p>
            <a:pPr lvl="1"/>
            <a:r>
              <a:t>Outlines zero-defect containment gates for incoming fastener and bracket lots.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Section 4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4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Roles, Responsibilities &amp; RACI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5 (Roles, Responsibilities &amp; RACI) applies to Quality Assurance within Manufacturing Knowledge Hub and is maintained by Linda Park. Clarifies ownership across accountable executives, operational leads, and reviewers.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Section 5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5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Standard Operating Procedures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6 (Standard Operating Procedures) applies to Quality Assurance within Manufacturing Knowledge Hub and is maintained by Linda Park. Provides step-by-step execution checklists, intake criteria, and verification gates.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Section 6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6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Risk Register &amp; Mitigations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7 (Risk Register &amp; Mitigations) applies to Quality Assurance within Manufacturing Knowledge Hub and is maintained by Linda Park. Catalogs operational, compliance, and delivery risks alongside preventive mitigations.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Outlines zero-defect containment gates for incoming fastener and bracket lots.</a:t>
            </a:r>
          </a:p>
          <a:p>
            <a:pPr lvl="1"/>
            <a:r>
              <a:t>Section 7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7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Quality Assurance &amp; Audits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8 (Quality Assurance &amp; Audits) applies to Quality Assurance within Manufacturing Knowledge Hub and is maintained by Linda Park. Specifies sampling frequencies, inspection tolerances, and nonconformance workflows.</a:t>
            </a:r>
          </a:p>
          <a:p>
            <a:pPr lvl="1"/>
            <a:r>
              <a:t>Outlines zero-defect containment gates for incoming fastener and bracket lots.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Section 8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8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Exception Handling &amp; Escalations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9 (Exception Handling &amp; Escalations) applies to Quality Assurance within Manufacturing Knowledge Hub and is maintained by Linda Park. Outlines severity tiers, response SLAs, and cross-functional escalation paths.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Section 9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9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Appendix, Lineage &amp; Sign-off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Section 10 (Appendix, Lineage &amp; Sign-off) applies to Quality Assurance within Manufacturing Knowledge Hub and is maintained by Linda Park. Records document lineage, governance metadata, version history, and owner sign-off.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Section 10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10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