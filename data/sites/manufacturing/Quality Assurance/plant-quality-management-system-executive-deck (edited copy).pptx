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Executive Summary &amp; Scope - Plant Quality Management System Exec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quality review deck covering Statistical Process Control, CAPA closure velocity, ISO 9001 audit readiness, and supplier lot acceptance. Reviewed for current governance cycle. Section 1 (Executive Summary &amp; Scope) applies to Quality Assurance within Manufacturing Knowledge Hub and is maintained by Linda Park. Defines the operational charter, scope boundaries, and executive accountability.</a:t>
            </a:r>
          </a:p>
          <a:p>
            <a:pPr lvl="1"/>
            <a:r>
              <a:t>Presents X-bar/R control chart stability and Cpk capability across Lines 1, 2, and 3.</a:t>
            </a:r>
          </a:p>
          <a:p>
            <a:pPr lvl="1"/>
            <a:r>
              <a:t>Reviews 8D containment and root-cause verification for customer field returns.</a:t>
            </a:r>
          </a:p>
          <a:p>
            <a:pPr lvl="1"/>
            <a:r>
              <a:t>Section 1 review cadence is tracked by Linda Park under Quality Assurance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Production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First-Pass 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Cpk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Open CAPAs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Architecture &amp; Process Flow - Plant Quality Management System Exec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quality review deck covering Statistical Process Control, CAPA closure velocity, ISO 9001 audit readiness, and supplier lot acceptance. Reviewed for current governance cycle. Section 2 (Architecture &amp; Process Flow) applies to Quality Assurance within Manufacturing Knowledge Hub and is maintained by Linda Park. Maps end-to-end process stages, handoff gates, and system-of-record integrations.</a:t>
            </a:r>
          </a:p>
          <a:p>
            <a:pPr lvl="1"/>
            <a:r>
              <a:t>Reviews 8D containment and root-cause verification for customer field returns.</a:t>
            </a:r>
          </a:p>
          <a:p>
            <a:pPr lvl="1"/>
            <a:r>
              <a:t>Tracks gauge R&amp;R and calibration compliance across 140 floor measurement instruments.</a:t>
            </a:r>
          </a:p>
          <a:p>
            <a:pPr lvl="1"/>
            <a:r>
              <a:t>Section 2 review cadence is tracked by Linda Park under Quality Assurance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Production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First-Pass 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Cpk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Open CAPAs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2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Governance Standards &amp; Controls - Plant Quality Management System Exec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quality review deck covering Statistical Process Control, CAPA closure velocity, ISO 9001 audit readiness, and supplier lot acceptance. Reviewed for current governance cycle. Section 3 (Governance Standards &amp; Controls) applies to Quality Assurance within Manufacturing Knowledge Hub and is maintained by Linda Park. Establishes mandatory compliance controls, approval thresholds, and audit evidence.</a:t>
            </a:r>
          </a:p>
          <a:p>
            <a:pPr lvl="1"/>
            <a:r>
              <a:t>Tracks gauge R&amp;R and calibration compliance across 140 floor measurement instruments.</a:t>
            </a:r>
          </a:p>
          <a:p>
            <a:pPr lvl="1"/>
            <a:r>
              <a:t>Outlines zero-defect containment gates for incoming fastener and bracket lots.</a:t>
            </a:r>
          </a:p>
          <a:p>
            <a:pPr lvl="1"/>
            <a:r>
              <a:t>Section 3 review cadence is tracked by Linda Park under Quality Assurance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Production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First-Pass 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Cpk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Open CAPAs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3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Operational KPIs &amp; Benchmarks - Plant Quality Management System Exec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quality review deck covering Statistical Process Control, CAPA closure velocity, ISO 9001 audit readiness, and supplier lot acceptance. Reviewed for current governance cycle. Section 4 (Operational KPIs &amp; Benchmarks) applies to Quality Assurance within Manufacturing Knowledge Hub and is maintained by Linda Park. Tracks baseline performance, target SLAs, and quarterly benchmark progression.</a:t>
            </a:r>
          </a:p>
          <a:p>
            <a:pPr lvl="1"/>
            <a:r>
              <a:t>Outlines zero-defect containment gates for incoming fastener and bracket lots.</a:t>
            </a:r>
          </a:p>
          <a:p>
            <a:pPr lvl="1"/>
            <a:r>
              <a:t>Presents X-bar/R control chart stability and Cpk capability across Lines 1, 2, and 3.</a:t>
            </a:r>
          </a:p>
          <a:p>
            <a:pPr lvl="1"/>
            <a:r>
              <a:t>Section 4 review cadence is tracked by Linda Park under Quality Assurance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Production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First-Pass 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Cpk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Open CAPAs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4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Roles, Responsibilities &amp; RACI - Plant Quality Management System Exec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quality review deck covering Statistical Process Control, CAPA closure velocity, ISO 9001 audit readiness, and supplier lot acceptance. Reviewed for current governance cycle. Section 5 (Roles, Responsibilities &amp; RACI) applies to Quality Assurance within Manufacturing Knowledge Hub and is maintained by Linda Park. Clarifies ownership across accountable executives, operational leads, and reviewers.</a:t>
            </a:r>
          </a:p>
          <a:p>
            <a:pPr lvl="1"/>
            <a:r>
              <a:t>Presents X-bar/R control chart stability and Cpk capability across Lines 1, 2, and 3.</a:t>
            </a:r>
          </a:p>
          <a:p>
            <a:pPr lvl="1"/>
            <a:r>
              <a:t>Reviews 8D containment and root-cause verification for customer field returns.</a:t>
            </a:r>
          </a:p>
          <a:p>
            <a:pPr lvl="1"/>
            <a:r>
              <a:t>Section 5 review cadence is tracked by Linda Park under Quality Assurance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Production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First-Pass 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Cpk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Open CAPAs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5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Standard Operating Procedures - Plant Quality Management System Exec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quality review deck covering Statistical Process Control, CAPA closure velocity, ISO 9001 audit readiness, and supplier lot acceptance. Reviewed for current governance cycle. Section 6 (Standard Operating Procedures) applies to Quality Assurance within Manufacturing Knowledge Hub and is maintained by Linda Park. Provides step-by-step execution checklists, intake criteria, and verification gates.</a:t>
            </a:r>
          </a:p>
          <a:p>
            <a:pPr lvl="1"/>
            <a:r>
              <a:t>Reviews 8D containment and root-cause verification for customer field returns.</a:t>
            </a:r>
          </a:p>
          <a:p>
            <a:pPr lvl="1"/>
            <a:r>
              <a:t>Tracks gauge R&amp;R and calibration compliance across 140 floor measurement instruments.</a:t>
            </a:r>
          </a:p>
          <a:p>
            <a:pPr lvl="1"/>
            <a:r>
              <a:t>Section 6 review cadence is tracked by Linda Park under Quality Assurance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Production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First-Pass 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Cpk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Open CAPAs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6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Risk Register &amp; Mitigations - Plant Quality Management System Exec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quality review deck covering Statistical Process Control, CAPA closure velocity, ISO 9001 audit readiness, and supplier lot acceptance. Reviewed for current governance cycle. Section 7 (Risk Register &amp; Mitigations) applies to Quality Assurance within Manufacturing Knowledge Hub and is maintained by Linda Park. Catalogs operational, compliance, and delivery risks alongside preventive mitigations.</a:t>
            </a:r>
          </a:p>
          <a:p>
            <a:pPr lvl="1"/>
            <a:r>
              <a:t>Tracks gauge R&amp;R and calibration compliance across 140 floor measurement instruments.</a:t>
            </a:r>
          </a:p>
          <a:p>
            <a:pPr lvl="1"/>
            <a:r>
              <a:t>Outlines zero-defect containment gates for incoming fastener and bracket lots.</a:t>
            </a:r>
          </a:p>
          <a:p>
            <a:pPr lvl="1"/>
            <a:r>
              <a:t>Section 7 review cadence is tracked by Linda Park under Quality Assurance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Production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First-Pass 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Cpk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Open CAPAs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7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Quality Assurance &amp; Audits - Plant Quality Management System Exec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quality review deck covering Statistical Process Control, CAPA closure velocity, ISO 9001 audit readiness, and supplier lot acceptance. Reviewed for current governance cycle. Section 8 (Quality Assurance &amp; Audits) applies to Quality Assurance within Manufacturing Knowledge Hub and is maintained by Linda Park. Specifies sampling frequencies, inspection tolerances, and nonconformance workflows.</a:t>
            </a:r>
          </a:p>
          <a:p>
            <a:pPr lvl="1"/>
            <a:r>
              <a:t>Outlines zero-defect containment gates for incoming fastener and bracket lots.</a:t>
            </a:r>
          </a:p>
          <a:p>
            <a:pPr lvl="1"/>
            <a:r>
              <a:t>Presents X-bar/R control chart stability and Cpk capability across Lines 1, 2, and 3.</a:t>
            </a:r>
          </a:p>
          <a:p>
            <a:pPr lvl="1"/>
            <a:r>
              <a:t>Section 8 review cadence is tracked by Linda Park under Quality Assurance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Production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First-Pass 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Cpk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Open CAPAs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8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Exception Handling &amp; Escalations - Plant Quality Management System Exec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quality review deck covering Statistical Process Control, CAPA closure velocity, ISO 9001 audit readiness, and supplier lot acceptance. Reviewed for current governance cycle. Section 9 (Exception Handling &amp; Escalations) applies to Quality Assurance within Manufacturing Knowledge Hub and is maintained by Linda Park. Outlines severity tiers, response SLAs, and cross-functional escalation paths.</a:t>
            </a:r>
          </a:p>
          <a:p>
            <a:pPr lvl="1"/>
            <a:r>
              <a:t>Presents X-bar/R control chart stability and Cpk capability across Lines 1, 2, and 3.</a:t>
            </a:r>
          </a:p>
          <a:p>
            <a:pPr lvl="1"/>
            <a:r>
              <a:t>Reviews 8D containment and root-cause verification for customer field returns.</a:t>
            </a:r>
          </a:p>
          <a:p>
            <a:pPr lvl="1"/>
            <a:r>
              <a:t>Section 9 review cadence is tracked by Linda Park under Quality Assurance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Production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First-Pass 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Cpk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Open CAPAs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9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Appendix, Lineage &amp; Sign-off - Plant Quality Management System Exec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Multi-slide quality review deck covering Statistical Process Control, CAPA closure velocity, ISO 9001 audit readiness, and supplier lot acceptance. Reviewed for current governance cycle. Section 10 (Appendix, Lineage &amp; Sign-off) applies to Quality Assurance within Manufacturing Knowledge Hub and is maintained by Linda Park. Records document lineage, governance metadata, version history, and owner sign-off.</a:t>
            </a:r>
          </a:p>
          <a:p>
            <a:pPr lvl="1"/>
            <a:r>
              <a:t>Reviews 8D containment and root-cause verification for customer field returns.</a:t>
            </a:r>
          </a:p>
          <a:p>
            <a:pPr lvl="1"/>
            <a:r>
              <a:t>Tracks gauge R&amp;R and calibration compliance across 140 floor measurement instruments.</a:t>
            </a:r>
          </a:p>
          <a:p>
            <a:pPr lvl="1"/>
            <a:r>
              <a:t>Section 10 review cadence is tracked by Linda Park under Quality Assurance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Production 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First-Pass Yield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Cpk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Open CAPAs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Line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10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