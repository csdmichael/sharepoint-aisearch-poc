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Inventory Analysis - Document 033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SEM-INV00033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