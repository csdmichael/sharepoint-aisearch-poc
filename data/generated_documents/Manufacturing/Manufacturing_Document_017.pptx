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Manufacturing Analysis - Document 017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October 21, 2026</a:t>
            </a:r>
          </a:p>
          <a:p>
            <a:r>
              <a:t>Document ID: SEM-MAN00017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$100000 within 6 months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$110000 within 6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$120000 within 6 months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$130000 within 6 months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$140000 within 6 months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6: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80%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$150000 within 6 months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7: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81%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$160000 within 6 months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8: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82%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$170000 within 6 months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9: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83%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$180000 within 6 months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10: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84%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$190000 within 6 months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$200000 within 6 months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$210000 within 6 months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$220000 within 6 months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$230000 within 6 months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$240000 within 6 months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