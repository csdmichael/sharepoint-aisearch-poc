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Manufacturing Analysis - Document 022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SEM-MAN00022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