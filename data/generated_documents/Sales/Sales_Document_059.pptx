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Sales Analysis - Document 059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SEM-SAL00059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