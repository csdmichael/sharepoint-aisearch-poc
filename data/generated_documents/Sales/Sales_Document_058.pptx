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Sales Analysis - Document 058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21, 2026</a:t>
            </a:r>
          </a:p>
          <a:p>
            <a:r>
              <a:t>Document ID: SEM-SAL00058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