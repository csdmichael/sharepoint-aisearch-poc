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Quality Analysis - Document 006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Generated: October 21, 2026</a:t>
            </a:r>
          </a:p>
          <a:p>
            <a:r>
              <a:t>Document ID: SEM-QUA00006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$100000 within 6 months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$110000 within 6 months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$120000 within 6 months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$130000 within 6 months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79%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$140000 within 6 months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6: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80%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$150000 within 6 months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7: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81%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$160000 within 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8: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82%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$170000 within 6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9: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83%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$180000 within 6 months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10: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84%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$190000 within 6 months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11: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85%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$200000 within 6 months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12: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86%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$210000 within 6 months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13: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87%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$220000 within 6 months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14: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88%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$230000 within 6 months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003366"/>
                </a:solidFill>
              </a:defRPr>
            </a:pPr>
            <a:r>
              <a:t>Analysis Section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Key insight 15: Strategic analysis point with detailed information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Supporting data indicates 89% improvement in metrics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Recommended action items for immediate implementation</a:t>
            </a:r>
          </a:p>
          <a:p>
            <a:pPr>
              <a:spcBef>
                <a:spcPts val="600"/>
              </a:spcBef>
              <a:spcAft>
                <a:spcPts val="600"/>
              </a:spcAft>
              <a:defRPr sz="1800"/>
            </a:pPr>
            <a:r>
              <a:t>Expected ROI: $240000 within 6 months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