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Quality Analysis - Document 012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SEM-QUA00012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