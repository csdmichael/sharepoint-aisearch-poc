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Supply_Chain Analysis - Document 071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SEM-SUP00071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