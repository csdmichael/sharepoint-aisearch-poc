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Supply_Chain Analysis - Document 065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SEM-SUP00065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